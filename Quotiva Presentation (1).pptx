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677" y="3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53B117-315E-4E15-8A47-6B44BA859D52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CB14C30-1885-402B-AE16-F57A018ED775}">
      <dgm:prSet/>
      <dgm:spPr/>
      <dgm:t>
        <a:bodyPr/>
        <a:lstStyle/>
        <a:p>
          <a:r>
            <a:rPr lang="en-US" b="0" i="0" dirty="0"/>
            <a:t>Many individuals, especially teens, struggle silently with emotions.</a:t>
          </a:r>
          <a:endParaRPr lang="en-US" dirty="0"/>
        </a:p>
      </dgm:t>
    </dgm:pt>
    <dgm:pt modelId="{A2EA595F-14F3-40B7-99E6-621596B1AEEB}" type="parTrans" cxnId="{263BF975-E706-4392-974A-B24D3628BC28}">
      <dgm:prSet/>
      <dgm:spPr/>
      <dgm:t>
        <a:bodyPr/>
        <a:lstStyle/>
        <a:p>
          <a:endParaRPr lang="en-US"/>
        </a:p>
      </dgm:t>
    </dgm:pt>
    <dgm:pt modelId="{F399A9D0-F56B-4A0C-9D12-8B3153CBFC9B}" type="sibTrans" cxnId="{263BF975-E706-4392-974A-B24D3628BC2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80A24D7-C200-4285-82AE-F7851DA30E2D}">
      <dgm:prSet/>
      <dgm:spPr/>
      <dgm:t>
        <a:bodyPr/>
        <a:lstStyle/>
        <a:p>
          <a:r>
            <a:rPr lang="en-US" b="0" i="0" dirty="0"/>
            <a:t> Depression often develops gradually and goes unnoticed.</a:t>
          </a:r>
          <a:endParaRPr lang="en-US" dirty="0"/>
        </a:p>
      </dgm:t>
    </dgm:pt>
    <dgm:pt modelId="{B7C03716-B039-4A26-A079-02AA62A5A364}" type="parTrans" cxnId="{13ACF6D0-72F9-4C36-8BA8-D26DE5E0DDD4}">
      <dgm:prSet/>
      <dgm:spPr/>
      <dgm:t>
        <a:bodyPr/>
        <a:lstStyle/>
        <a:p>
          <a:endParaRPr lang="en-US"/>
        </a:p>
      </dgm:t>
    </dgm:pt>
    <dgm:pt modelId="{28D5B35A-2498-423A-BCC3-5C813C923860}" type="sibTrans" cxnId="{13ACF6D0-72F9-4C36-8BA8-D26DE5E0DDD4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B892597C-EDE1-4BED-A359-9EB87E05E5A4}">
      <dgm:prSet/>
      <dgm:spPr/>
      <dgm:t>
        <a:bodyPr/>
        <a:lstStyle/>
        <a:p>
          <a:r>
            <a:rPr lang="en-US" b="0" i="0" dirty="0"/>
            <a:t>Early detection through mood tracking can help.</a:t>
          </a:r>
          <a:endParaRPr lang="en-US" dirty="0"/>
        </a:p>
      </dgm:t>
    </dgm:pt>
    <dgm:pt modelId="{C1787FD3-85E1-4291-834D-F49E491670FE}" type="parTrans" cxnId="{67E73BF2-683C-40C7-B372-A9F59479B9D6}">
      <dgm:prSet/>
      <dgm:spPr/>
      <dgm:t>
        <a:bodyPr/>
        <a:lstStyle/>
        <a:p>
          <a:endParaRPr lang="en-US"/>
        </a:p>
      </dgm:t>
    </dgm:pt>
    <dgm:pt modelId="{9BD48EF5-7216-43DF-B015-707EEFA17EBB}" type="sibTrans" cxnId="{67E73BF2-683C-40C7-B372-A9F59479B9D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9DEC2B35-CB58-4A2C-8529-DC29DEDE7EA4}" type="pres">
      <dgm:prSet presAssocID="{CC53B117-315E-4E15-8A47-6B44BA859D52}" presName="Name0" presStyleCnt="0">
        <dgm:presLayoutVars>
          <dgm:animLvl val="lvl"/>
          <dgm:resizeHandles val="exact"/>
        </dgm:presLayoutVars>
      </dgm:prSet>
      <dgm:spPr/>
    </dgm:pt>
    <dgm:pt modelId="{1CE3B217-B479-4CFC-B84C-FE54601A39A6}" type="pres">
      <dgm:prSet presAssocID="{6CB14C30-1885-402B-AE16-F57A018ED775}" presName="compositeNode" presStyleCnt="0">
        <dgm:presLayoutVars>
          <dgm:bulletEnabled val="1"/>
        </dgm:presLayoutVars>
      </dgm:prSet>
      <dgm:spPr/>
    </dgm:pt>
    <dgm:pt modelId="{19D5100A-B5EF-4A5D-AA64-C59296A11985}" type="pres">
      <dgm:prSet presAssocID="{6CB14C30-1885-402B-AE16-F57A018ED775}" presName="bgRect" presStyleLbl="bgAccFollowNode1" presStyleIdx="0" presStyleCnt="3"/>
      <dgm:spPr/>
    </dgm:pt>
    <dgm:pt modelId="{2B0B56DC-9E50-4061-8184-A098CFD586CF}" type="pres">
      <dgm:prSet presAssocID="{F399A9D0-F56B-4A0C-9D12-8B3153CBFC9B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0FEB73FE-92F5-4077-A857-09584B5F1006}" type="pres">
      <dgm:prSet presAssocID="{6CB14C30-1885-402B-AE16-F57A018ED775}" presName="bottomLine" presStyleLbl="alignNode1" presStyleIdx="1" presStyleCnt="6">
        <dgm:presLayoutVars/>
      </dgm:prSet>
      <dgm:spPr/>
    </dgm:pt>
    <dgm:pt modelId="{79072377-3E5E-4007-AA3B-2DF605CDCAAA}" type="pres">
      <dgm:prSet presAssocID="{6CB14C30-1885-402B-AE16-F57A018ED775}" presName="nodeText" presStyleLbl="bgAccFollowNode1" presStyleIdx="0" presStyleCnt="3">
        <dgm:presLayoutVars>
          <dgm:bulletEnabled val="1"/>
        </dgm:presLayoutVars>
      </dgm:prSet>
      <dgm:spPr/>
    </dgm:pt>
    <dgm:pt modelId="{79263F76-299B-4324-9FE5-6CFAC9533B02}" type="pres">
      <dgm:prSet presAssocID="{F399A9D0-F56B-4A0C-9D12-8B3153CBFC9B}" presName="sibTrans" presStyleCnt="0"/>
      <dgm:spPr/>
    </dgm:pt>
    <dgm:pt modelId="{9F586A52-DE4D-4AF2-A727-B4C3456F39BA}" type="pres">
      <dgm:prSet presAssocID="{F80A24D7-C200-4285-82AE-F7851DA30E2D}" presName="compositeNode" presStyleCnt="0">
        <dgm:presLayoutVars>
          <dgm:bulletEnabled val="1"/>
        </dgm:presLayoutVars>
      </dgm:prSet>
      <dgm:spPr/>
    </dgm:pt>
    <dgm:pt modelId="{1F417F59-35A3-44F5-BFCE-952A08721631}" type="pres">
      <dgm:prSet presAssocID="{F80A24D7-C200-4285-82AE-F7851DA30E2D}" presName="bgRect" presStyleLbl="bgAccFollowNode1" presStyleIdx="1" presStyleCnt="3"/>
      <dgm:spPr/>
    </dgm:pt>
    <dgm:pt modelId="{E4D8E639-9B98-48F0-B725-A890BD647728}" type="pres">
      <dgm:prSet presAssocID="{28D5B35A-2498-423A-BCC3-5C813C923860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F4AD9F97-F9D8-40C6-B185-03BDA531075B}" type="pres">
      <dgm:prSet presAssocID="{F80A24D7-C200-4285-82AE-F7851DA30E2D}" presName="bottomLine" presStyleLbl="alignNode1" presStyleIdx="3" presStyleCnt="6">
        <dgm:presLayoutVars/>
      </dgm:prSet>
      <dgm:spPr/>
    </dgm:pt>
    <dgm:pt modelId="{21C58720-88ED-4D3F-B1DD-E9B771A346C0}" type="pres">
      <dgm:prSet presAssocID="{F80A24D7-C200-4285-82AE-F7851DA30E2D}" presName="nodeText" presStyleLbl="bgAccFollowNode1" presStyleIdx="1" presStyleCnt="3">
        <dgm:presLayoutVars>
          <dgm:bulletEnabled val="1"/>
        </dgm:presLayoutVars>
      </dgm:prSet>
      <dgm:spPr/>
    </dgm:pt>
    <dgm:pt modelId="{BEA9BD52-872A-4DD0-930D-4587C89772A4}" type="pres">
      <dgm:prSet presAssocID="{28D5B35A-2498-423A-BCC3-5C813C923860}" presName="sibTrans" presStyleCnt="0"/>
      <dgm:spPr/>
    </dgm:pt>
    <dgm:pt modelId="{F1A8D8EB-4C9D-446C-92E7-2F01785E81F7}" type="pres">
      <dgm:prSet presAssocID="{B892597C-EDE1-4BED-A359-9EB87E05E5A4}" presName="compositeNode" presStyleCnt="0">
        <dgm:presLayoutVars>
          <dgm:bulletEnabled val="1"/>
        </dgm:presLayoutVars>
      </dgm:prSet>
      <dgm:spPr/>
    </dgm:pt>
    <dgm:pt modelId="{FF4EF32B-1716-4B3C-8931-9F59618111AC}" type="pres">
      <dgm:prSet presAssocID="{B892597C-EDE1-4BED-A359-9EB87E05E5A4}" presName="bgRect" presStyleLbl="bgAccFollowNode1" presStyleIdx="2" presStyleCnt="3"/>
      <dgm:spPr/>
    </dgm:pt>
    <dgm:pt modelId="{BEAF3839-73C5-4345-952C-59800C03225B}" type="pres">
      <dgm:prSet presAssocID="{9BD48EF5-7216-43DF-B015-707EEFA17EBB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462FF9B4-235B-4FB4-A24D-3E7F7502A3AB}" type="pres">
      <dgm:prSet presAssocID="{B892597C-EDE1-4BED-A359-9EB87E05E5A4}" presName="bottomLine" presStyleLbl="alignNode1" presStyleIdx="5" presStyleCnt="6">
        <dgm:presLayoutVars/>
      </dgm:prSet>
      <dgm:spPr/>
    </dgm:pt>
    <dgm:pt modelId="{D1377CC3-8D56-4ED9-9794-B7DC0A3A66C5}" type="pres">
      <dgm:prSet presAssocID="{B892597C-EDE1-4BED-A359-9EB87E05E5A4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21D7DE11-90F0-44D0-B0CD-789A3BD744AD}" type="presOf" srcId="{28D5B35A-2498-423A-BCC3-5C813C923860}" destId="{E4D8E639-9B98-48F0-B725-A890BD647728}" srcOrd="0" destOrd="0" presId="urn:microsoft.com/office/officeart/2016/7/layout/BasicLinearProcessNumbered"/>
    <dgm:cxn modelId="{9522B133-E835-46E8-B210-6B7C4A6E8470}" type="presOf" srcId="{9BD48EF5-7216-43DF-B015-707EEFA17EBB}" destId="{BEAF3839-73C5-4345-952C-59800C03225B}" srcOrd="0" destOrd="0" presId="urn:microsoft.com/office/officeart/2016/7/layout/BasicLinearProcessNumbered"/>
    <dgm:cxn modelId="{72EE4965-E473-4FF1-A069-6BB90BE9527A}" type="presOf" srcId="{6CB14C30-1885-402B-AE16-F57A018ED775}" destId="{19D5100A-B5EF-4A5D-AA64-C59296A11985}" srcOrd="0" destOrd="0" presId="urn:microsoft.com/office/officeart/2016/7/layout/BasicLinearProcessNumbered"/>
    <dgm:cxn modelId="{28B7624C-3AE7-4CAB-8EE5-C7461C6A64D9}" type="presOf" srcId="{CC53B117-315E-4E15-8A47-6B44BA859D52}" destId="{9DEC2B35-CB58-4A2C-8529-DC29DEDE7EA4}" srcOrd="0" destOrd="0" presId="urn:microsoft.com/office/officeart/2016/7/layout/BasicLinearProcessNumbered"/>
    <dgm:cxn modelId="{263BF975-E706-4392-974A-B24D3628BC28}" srcId="{CC53B117-315E-4E15-8A47-6B44BA859D52}" destId="{6CB14C30-1885-402B-AE16-F57A018ED775}" srcOrd="0" destOrd="0" parTransId="{A2EA595F-14F3-40B7-99E6-621596B1AEEB}" sibTransId="{F399A9D0-F56B-4A0C-9D12-8B3153CBFC9B}"/>
    <dgm:cxn modelId="{4B169357-705E-4900-B56E-9F9D471DBC4B}" type="presOf" srcId="{F399A9D0-F56B-4A0C-9D12-8B3153CBFC9B}" destId="{2B0B56DC-9E50-4061-8184-A098CFD586CF}" srcOrd="0" destOrd="0" presId="urn:microsoft.com/office/officeart/2016/7/layout/BasicLinearProcessNumbered"/>
    <dgm:cxn modelId="{4ED92DAF-0117-403B-AB4A-15AA9B39E254}" type="presOf" srcId="{B892597C-EDE1-4BED-A359-9EB87E05E5A4}" destId="{FF4EF32B-1716-4B3C-8931-9F59618111AC}" srcOrd="0" destOrd="0" presId="urn:microsoft.com/office/officeart/2016/7/layout/BasicLinearProcessNumbered"/>
    <dgm:cxn modelId="{13ACF6D0-72F9-4C36-8BA8-D26DE5E0DDD4}" srcId="{CC53B117-315E-4E15-8A47-6B44BA859D52}" destId="{F80A24D7-C200-4285-82AE-F7851DA30E2D}" srcOrd="1" destOrd="0" parTransId="{B7C03716-B039-4A26-A079-02AA62A5A364}" sibTransId="{28D5B35A-2498-423A-BCC3-5C813C923860}"/>
    <dgm:cxn modelId="{60226ADA-B59A-4648-92F3-8E47C8BBD9FB}" type="presOf" srcId="{F80A24D7-C200-4285-82AE-F7851DA30E2D}" destId="{21C58720-88ED-4D3F-B1DD-E9B771A346C0}" srcOrd="1" destOrd="0" presId="urn:microsoft.com/office/officeart/2016/7/layout/BasicLinearProcessNumbered"/>
    <dgm:cxn modelId="{EC23DFE0-DF8B-469D-90CA-5AFABCBF3649}" type="presOf" srcId="{F80A24D7-C200-4285-82AE-F7851DA30E2D}" destId="{1F417F59-35A3-44F5-BFCE-952A08721631}" srcOrd="0" destOrd="0" presId="urn:microsoft.com/office/officeart/2016/7/layout/BasicLinearProcessNumbered"/>
    <dgm:cxn modelId="{FCA986E9-80E6-4A5D-9C58-13DACF96E7A3}" type="presOf" srcId="{B892597C-EDE1-4BED-A359-9EB87E05E5A4}" destId="{D1377CC3-8D56-4ED9-9794-B7DC0A3A66C5}" srcOrd="1" destOrd="0" presId="urn:microsoft.com/office/officeart/2016/7/layout/BasicLinearProcessNumbered"/>
    <dgm:cxn modelId="{67E73BF2-683C-40C7-B372-A9F59479B9D6}" srcId="{CC53B117-315E-4E15-8A47-6B44BA859D52}" destId="{B892597C-EDE1-4BED-A359-9EB87E05E5A4}" srcOrd="2" destOrd="0" parTransId="{C1787FD3-85E1-4291-834D-F49E491670FE}" sibTransId="{9BD48EF5-7216-43DF-B015-707EEFA17EBB}"/>
    <dgm:cxn modelId="{769BECFF-1CED-4302-A2C8-82DCA98D429D}" type="presOf" srcId="{6CB14C30-1885-402B-AE16-F57A018ED775}" destId="{79072377-3E5E-4007-AA3B-2DF605CDCAAA}" srcOrd="1" destOrd="0" presId="urn:microsoft.com/office/officeart/2016/7/layout/BasicLinearProcessNumbered"/>
    <dgm:cxn modelId="{F571259A-2597-4EC4-9138-4E95EECEA0B3}" type="presParOf" srcId="{9DEC2B35-CB58-4A2C-8529-DC29DEDE7EA4}" destId="{1CE3B217-B479-4CFC-B84C-FE54601A39A6}" srcOrd="0" destOrd="0" presId="urn:microsoft.com/office/officeart/2016/7/layout/BasicLinearProcessNumbered"/>
    <dgm:cxn modelId="{81ABC30A-C382-4E5E-BA70-32F93C508347}" type="presParOf" srcId="{1CE3B217-B479-4CFC-B84C-FE54601A39A6}" destId="{19D5100A-B5EF-4A5D-AA64-C59296A11985}" srcOrd="0" destOrd="0" presId="urn:microsoft.com/office/officeart/2016/7/layout/BasicLinearProcessNumbered"/>
    <dgm:cxn modelId="{3110E922-B381-47AA-8737-EA5F1A5A2C79}" type="presParOf" srcId="{1CE3B217-B479-4CFC-B84C-FE54601A39A6}" destId="{2B0B56DC-9E50-4061-8184-A098CFD586CF}" srcOrd="1" destOrd="0" presId="urn:microsoft.com/office/officeart/2016/7/layout/BasicLinearProcessNumbered"/>
    <dgm:cxn modelId="{8A2C3898-73EC-45B6-B2BF-4EFA96E2F796}" type="presParOf" srcId="{1CE3B217-B479-4CFC-B84C-FE54601A39A6}" destId="{0FEB73FE-92F5-4077-A857-09584B5F1006}" srcOrd="2" destOrd="0" presId="urn:microsoft.com/office/officeart/2016/7/layout/BasicLinearProcessNumbered"/>
    <dgm:cxn modelId="{2D38F3ED-6D1E-4879-B716-BD106C884349}" type="presParOf" srcId="{1CE3B217-B479-4CFC-B84C-FE54601A39A6}" destId="{79072377-3E5E-4007-AA3B-2DF605CDCAAA}" srcOrd="3" destOrd="0" presId="urn:microsoft.com/office/officeart/2016/7/layout/BasicLinearProcessNumbered"/>
    <dgm:cxn modelId="{45EC8D7F-D4EE-4334-8A83-2EE8609AD84C}" type="presParOf" srcId="{9DEC2B35-CB58-4A2C-8529-DC29DEDE7EA4}" destId="{79263F76-299B-4324-9FE5-6CFAC9533B02}" srcOrd="1" destOrd="0" presId="urn:microsoft.com/office/officeart/2016/7/layout/BasicLinearProcessNumbered"/>
    <dgm:cxn modelId="{924818C5-117D-47B0-9E9B-CF1A285A6924}" type="presParOf" srcId="{9DEC2B35-CB58-4A2C-8529-DC29DEDE7EA4}" destId="{9F586A52-DE4D-4AF2-A727-B4C3456F39BA}" srcOrd="2" destOrd="0" presId="urn:microsoft.com/office/officeart/2016/7/layout/BasicLinearProcessNumbered"/>
    <dgm:cxn modelId="{AE8082C3-129F-4CAE-BE9F-035D87262F01}" type="presParOf" srcId="{9F586A52-DE4D-4AF2-A727-B4C3456F39BA}" destId="{1F417F59-35A3-44F5-BFCE-952A08721631}" srcOrd="0" destOrd="0" presId="urn:microsoft.com/office/officeart/2016/7/layout/BasicLinearProcessNumbered"/>
    <dgm:cxn modelId="{523910FF-4EF4-4C63-AA8B-F60A03A45888}" type="presParOf" srcId="{9F586A52-DE4D-4AF2-A727-B4C3456F39BA}" destId="{E4D8E639-9B98-48F0-B725-A890BD647728}" srcOrd="1" destOrd="0" presId="urn:microsoft.com/office/officeart/2016/7/layout/BasicLinearProcessNumbered"/>
    <dgm:cxn modelId="{A70E9EB7-C08A-4250-9E5A-1B4BCF65CC3D}" type="presParOf" srcId="{9F586A52-DE4D-4AF2-A727-B4C3456F39BA}" destId="{F4AD9F97-F9D8-40C6-B185-03BDA531075B}" srcOrd="2" destOrd="0" presId="urn:microsoft.com/office/officeart/2016/7/layout/BasicLinearProcessNumbered"/>
    <dgm:cxn modelId="{E4EA2522-4E23-47CF-B003-FD13B5BB273A}" type="presParOf" srcId="{9F586A52-DE4D-4AF2-A727-B4C3456F39BA}" destId="{21C58720-88ED-4D3F-B1DD-E9B771A346C0}" srcOrd="3" destOrd="0" presId="urn:microsoft.com/office/officeart/2016/7/layout/BasicLinearProcessNumbered"/>
    <dgm:cxn modelId="{8E13906C-0F84-4EFD-9749-E79B51414578}" type="presParOf" srcId="{9DEC2B35-CB58-4A2C-8529-DC29DEDE7EA4}" destId="{BEA9BD52-872A-4DD0-930D-4587C89772A4}" srcOrd="3" destOrd="0" presId="urn:microsoft.com/office/officeart/2016/7/layout/BasicLinearProcessNumbered"/>
    <dgm:cxn modelId="{61C108D0-6BE0-4426-8067-E17F8B4395F9}" type="presParOf" srcId="{9DEC2B35-CB58-4A2C-8529-DC29DEDE7EA4}" destId="{F1A8D8EB-4C9D-446C-92E7-2F01785E81F7}" srcOrd="4" destOrd="0" presId="urn:microsoft.com/office/officeart/2016/7/layout/BasicLinearProcessNumbered"/>
    <dgm:cxn modelId="{CA0E2875-F887-4FDC-B237-93AA9079A492}" type="presParOf" srcId="{F1A8D8EB-4C9D-446C-92E7-2F01785E81F7}" destId="{FF4EF32B-1716-4B3C-8931-9F59618111AC}" srcOrd="0" destOrd="0" presId="urn:microsoft.com/office/officeart/2016/7/layout/BasicLinearProcessNumbered"/>
    <dgm:cxn modelId="{780586E6-19AE-4D2A-B425-3A80BD8CC037}" type="presParOf" srcId="{F1A8D8EB-4C9D-446C-92E7-2F01785E81F7}" destId="{BEAF3839-73C5-4345-952C-59800C03225B}" srcOrd="1" destOrd="0" presId="urn:microsoft.com/office/officeart/2016/7/layout/BasicLinearProcessNumbered"/>
    <dgm:cxn modelId="{592A2C3B-2134-4861-A528-A8352E007DAC}" type="presParOf" srcId="{F1A8D8EB-4C9D-446C-92E7-2F01785E81F7}" destId="{462FF9B4-235B-4FB4-A24D-3E7F7502A3AB}" srcOrd="2" destOrd="0" presId="urn:microsoft.com/office/officeart/2016/7/layout/BasicLinearProcessNumbered"/>
    <dgm:cxn modelId="{9A9CD5CD-3CBE-45E6-A511-76512F6EC51E}" type="presParOf" srcId="{F1A8D8EB-4C9D-446C-92E7-2F01785E81F7}" destId="{D1377CC3-8D56-4ED9-9794-B7DC0A3A66C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333A82-B80F-43B9-8D74-FA210B51E999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7EF700C-A9DB-4701-B2A8-5FEBADB99164}">
      <dgm:prSet/>
      <dgm:spPr/>
      <dgm:t>
        <a:bodyPr/>
        <a:lstStyle/>
        <a:p>
          <a:r>
            <a:rPr lang="en-US" b="0" i="0" dirty="0"/>
            <a:t>After losing my mother, I experienced deep depression.</a:t>
          </a:r>
          <a:endParaRPr lang="en-US" dirty="0"/>
        </a:p>
      </dgm:t>
    </dgm:pt>
    <dgm:pt modelId="{8475DD0D-A631-479E-928D-7D67D3AB7B1C}" type="parTrans" cxnId="{E9F19817-ADA8-4F2A-8701-BBA6F849C823}">
      <dgm:prSet/>
      <dgm:spPr/>
      <dgm:t>
        <a:bodyPr/>
        <a:lstStyle/>
        <a:p>
          <a:endParaRPr lang="en-US"/>
        </a:p>
      </dgm:t>
    </dgm:pt>
    <dgm:pt modelId="{FF53D4A7-5833-4F38-9FA4-6B75CC9A9435}" type="sibTrans" cxnId="{E9F19817-ADA8-4F2A-8701-BBA6F849C823}">
      <dgm:prSet/>
      <dgm:spPr/>
      <dgm:t>
        <a:bodyPr/>
        <a:lstStyle/>
        <a:p>
          <a:endParaRPr lang="en-US"/>
        </a:p>
      </dgm:t>
    </dgm:pt>
    <dgm:pt modelId="{A51E45F6-E14A-4DFE-861A-E3096D63F989}">
      <dgm:prSet/>
      <dgm:spPr/>
      <dgm:t>
        <a:bodyPr/>
        <a:lstStyle/>
        <a:p>
          <a:r>
            <a:rPr lang="en-US" b="0" i="0" dirty="0"/>
            <a:t>Therapy taught me to track my feelings daily.</a:t>
          </a:r>
          <a:endParaRPr lang="en-US" dirty="0"/>
        </a:p>
      </dgm:t>
    </dgm:pt>
    <dgm:pt modelId="{F071D648-AC94-4E0A-938D-33AFFD773B3F}" type="parTrans" cxnId="{43B66AD1-6B8A-4766-8D60-431B9C44DF63}">
      <dgm:prSet/>
      <dgm:spPr/>
      <dgm:t>
        <a:bodyPr/>
        <a:lstStyle/>
        <a:p>
          <a:endParaRPr lang="en-US"/>
        </a:p>
      </dgm:t>
    </dgm:pt>
    <dgm:pt modelId="{90AB5AB5-8FF9-4147-A99D-B03051E0CCEE}" type="sibTrans" cxnId="{43B66AD1-6B8A-4766-8D60-431B9C44DF63}">
      <dgm:prSet/>
      <dgm:spPr/>
      <dgm:t>
        <a:bodyPr/>
        <a:lstStyle/>
        <a:p>
          <a:endParaRPr lang="en-US"/>
        </a:p>
      </dgm:t>
    </dgm:pt>
    <dgm:pt modelId="{06E71A10-A747-4576-8363-2AE957A8F793}">
      <dgm:prSet/>
      <dgm:spPr/>
      <dgm:t>
        <a:bodyPr/>
        <a:lstStyle/>
        <a:p>
          <a:r>
            <a:rPr lang="en-US" b="0" i="0" dirty="0"/>
            <a:t>Quotes from Mother Teresa gave me strength.</a:t>
          </a:r>
          <a:endParaRPr lang="en-US" dirty="0"/>
        </a:p>
      </dgm:t>
    </dgm:pt>
    <dgm:pt modelId="{F3EB22CB-D410-4DDF-AA59-79DBB2FA302C}" type="parTrans" cxnId="{E42C77D3-0AB5-4CF4-833F-753F506B293D}">
      <dgm:prSet/>
      <dgm:spPr/>
      <dgm:t>
        <a:bodyPr/>
        <a:lstStyle/>
        <a:p>
          <a:endParaRPr lang="en-US"/>
        </a:p>
      </dgm:t>
    </dgm:pt>
    <dgm:pt modelId="{D4AA0FDD-E353-40D4-98A7-26FDC26182F4}" type="sibTrans" cxnId="{E42C77D3-0AB5-4CF4-833F-753F506B293D}">
      <dgm:prSet/>
      <dgm:spPr/>
      <dgm:t>
        <a:bodyPr/>
        <a:lstStyle/>
        <a:p>
          <a:endParaRPr lang="en-US"/>
        </a:p>
      </dgm:t>
    </dgm:pt>
    <dgm:pt modelId="{CF61E80F-E9CC-4B45-A29B-A875E068348C}" type="pres">
      <dgm:prSet presAssocID="{9A333A82-B80F-43B9-8D74-FA210B51E999}" presName="outerComposite" presStyleCnt="0">
        <dgm:presLayoutVars>
          <dgm:chMax val="5"/>
          <dgm:dir/>
          <dgm:resizeHandles val="exact"/>
        </dgm:presLayoutVars>
      </dgm:prSet>
      <dgm:spPr/>
    </dgm:pt>
    <dgm:pt modelId="{379C7D31-F1FB-4BC4-88A9-FD7558CACC2C}" type="pres">
      <dgm:prSet presAssocID="{9A333A82-B80F-43B9-8D74-FA210B51E999}" presName="dummyMaxCanvas" presStyleCnt="0">
        <dgm:presLayoutVars/>
      </dgm:prSet>
      <dgm:spPr/>
    </dgm:pt>
    <dgm:pt modelId="{6C53D7F6-1CCD-4ADE-80C1-DBEAC06BF091}" type="pres">
      <dgm:prSet presAssocID="{9A333A82-B80F-43B9-8D74-FA210B51E999}" presName="ThreeNodes_1" presStyleLbl="node1" presStyleIdx="0" presStyleCnt="3">
        <dgm:presLayoutVars>
          <dgm:bulletEnabled val="1"/>
        </dgm:presLayoutVars>
      </dgm:prSet>
      <dgm:spPr/>
    </dgm:pt>
    <dgm:pt modelId="{6F1B6D6A-747D-4FA9-BB58-B65C01D1C9BB}" type="pres">
      <dgm:prSet presAssocID="{9A333A82-B80F-43B9-8D74-FA210B51E999}" presName="ThreeNodes_2" presStyleLbl="node1" presStyleIdx="1" presStyleCnt="3">
        <dgm:presLayoutVars>
          <dgm:bulletEnabled val="1"/>
        </dgm:presLayoutVars>
      </dgm:prSet>
      <dgm:spPr/>
    </dgm:pt>
    <dgm:pt modelId="{E94D4A0F-B865-414E-9C59-B37728CAA879}" type="pres">
      <dgm:prSet presAssocID="{9A333A82-B80F-43B9-8D74-FA210B51E999}" presName="ThreeNodes_3" presStyleLbl="node1" presStyleIdx="2" presStyleCnt="3">
        <dgm:presLayoutVars>
          <dgm:bulletEnabled val="1"/>
        </dgm:presLayoutVars>
      </dgm:prSet>
      <dgm:spPr/>
    </dgm:pt>
    <dgm:pt modelId="{24205FDC-D891-45AB-BDA2-2D9B4DFD421F}" type="pres">
      <dgm:prSet presAssocID="{9A333A82-B80F-43B9-8D74-FA210B51E999}" presName="ThreeConn_1-2" presStyleLbl="fgAccFollowNode1" presStyleIdx="0" presStyleCnt="2">
        <dgm:presLayoutVars>
          <dgm:bulletEnabled val="1"/>
        </dgm:presLayoutVars>
      </dgm:prSet>
      <dgm:spPr/>
    </dgm:pt>
    <dgm:pt modelId="{18C7FB69-9AF4-4009-A4D1-806FB7530549}" type="pres">
      <dgm:prSet presAssocID="{9A333A82-B80F-43B9-8D74-FA210B51E999}" presName="ThreeConn_2-3" presStyleLbl="fgAccFollowNode1" presStyleIdx="1" presStyleCnt="2">
        <dgm:presLayoutVars>
          <dgm:bulletEnabled val="1"/>
        </dgm:presLayoutVars>
      </dgm:prSet>
      <dgm:spPr/>
    </dgm:pt>
    <dgm:pt modelId="{0C8092FD-77B5-4304-9C9A-54E0F7FD789C}" type="pres">
      <dgm:prSet presAssocID="{9A333A82-B80F-43B9-8D74-FA210B51E999}" presName="ThreeNodes_1_text" presStyleLbl="node1" presStyleIdx="2" presStyleCnt="3">
        <dgm:presLayoutVars>
          <dgm:bulletEnabled val="1"/>
        </dgm:presLayoutVars>
      </dgm:prSet>
      <dgm:spPr/>
    </dgm:pt>
    <dgm:pt modelId="{0224CBB3-FE71-4997-9443-A151D4DCA4BE}" type="pres">
      <dgm:prSet presAssocID="{9A333A82-B80F-43B9-8D74-FA210B51E999}" presName="ThreeNodes_2_text" presStyleLbl="node1" presStyleIdx="2" presStyleCnt="3">
        <dgm:presLayoutVars>
          <dgm:bulletEnabled val="1"/>
        </dgm:presLayoutVars>
      </dgm:prSet>
      <dgm:spPr/>
    </dgm:pt>
    <dgm:pt modelId="{20A18518-DBF2-44F4-9012-00E2635F5E18}" type="pres">
      <dgm:prSet presAssocID="{9A333A82-B80F-43B9-8D74-FA210B51E999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E9F19817-ADA8-4F2A-8701-BBA6F849C823}" srcId="{9A333A82-B80F-43B9-8D74-FA210B51E999}" destId="{67EF700C-A9DB-4701-B2A8-5FEBADB99164}" srcOrd="0" destOrd="0" parTransId="{8475DD0D-A631-479E-928D-7D67D3AB7B1C}" sibTransId="{FF53D4A7-5833-4F38-9FA4-6B75CC9A9435}"/>
    <dgm:cxn modelId="{DF3BA035-4843-481B-A170-8D9164B9090F}" type="presOf" srcId="{67EF700C-A9DB-4701-B2A8-5FEBADB99164}" destId="{6C53D7F6-1CCD-4ADE-80C1-DBEAC06BF091}" srcOrd="0" destOrd="0" presId="urn:microsoft.com/office/officeart/2005/8/layout/vProcess5"/>
    <dgm:cxn modelId="{A0ED9679-54FE-4780-9903-E36117021497}" type="presOf" srcId="{06E71A10-A747-4576-8363-2AE957A8F793}" destId="{E94D4A0F-B865-414E-9C59-B37728CAA879}" srcOrd="0" destOrd="0" presId="urn:microsoft.com/office/officeart/2005/8/layout/vProcess5"/>
    <dgm:cxn modelId="{EC3FFEAC-4D7A-4CCC-8E10-BD5B506489E9}" type="presOf" srcId="{A51E45F6-E14A-4DFE-861A-E3096D63F989}" destId="{6F1B6D6A-747D-4FA9-BB58-B65C01D1C9BB}" srcOrd="0" destOrd="0" presId="urn:microsoft.com/office/officeart/2005/8/layout/vProcess5"/>
    <dgm:cxn modelId="{43B66AD1-6B8A-4766-8D60-431B9C44DF63}" srcId="{9A333A82-B80F-43B9-8D74-FA210B51E999}" destId="{A51E45F6-E14A-4DFE-861A-E3096D63F989}" srcOrd="1" destOrd="0" parTransId="{F071D648-AC94-4E0A-938D-33AFFD773B3F}" sibTransId="{90AB5AB5-8FF9-4147-A99D-B03051E0CCEE}"/>
    <dgm:cxn modelId="{E42C77D3-0AB5-4CF4-833F-753F506B293D}" srcId="{9A333A82-B80F-43B9-8D74-FA210B51E999}" destId="{06E71A10-A747-4576-8363-2AE957A8F793}" srcOrd="2" destOrd="0" parTransId="{F3EB22CB-D410-4DDF-AA59-79DBB2FA302C}" sibTransId="{D4AA0FDD-E353-40D4-98A7-26FDC26182F4}"/>
    <dgm:cxn modelId="{D559FADC-3036-4779-89BB-B74E6849E96D}" type="presOf" srcId="{06E71A10-A747-4576-8363-2AE957A8F793}" destId="{20A18518-DBF2-44F4-9012-00E2635F5E18}" srcOrd="1" destOrd="0" presId="urn:microsoft.com/office/officeart/2005/8/layout/vProcess5"/>
    <dgm:cxn modelId="{C3B534DE-EC6A-40B0-A41F-73BC6FF3B44D}" type="presOf" srcId="{9A333A82-B80F-43B9-8D74-FA210B51E999}" destId="{CF61E80F-E9CC-4B45-A29B-A875E068348C}" srcOrd="0" destOrd="0" presId="urn:microsoft.com/office/officeart/2005/8/layout/vProcess5"/>
    <dgm:cxn modelId="{04B463E3-E075-493D-9A56-7045776F9EF2}" type="presOf" srcId="{90AB5AB5-8FF9-4147-A99D-B03051E0CCEE}" destId="{18C7FB69-9AF4-4009-A4D1-806FB7530549}" srcOrd="0" destOrd="0" presId="urn:microsoft.com/office/officeart/2005/8/layout/vProcess5"/>
    <dgm:cxn modelId="{07677EE7-590E-4A1C-92B5-D4349C3DF34C}" type="presOf" srcId="{A51E45F6-E14A-4DFE-861A-E3096D63F989}" destId="{0224CBB3-FE71-4997-9443-A151D4DCA4BE}" srcOrd="1" destOrd="0" presId="urn:microsoft.com/office/officeart/2005/8/layout/vProcess5"/>
    <dgm:cxn modelId="{911F4DEE-496F-4B5B-8D52-19EA30FDC634}" type="presOf" srcId="{FF53D4A7-5833-4F38-9FA4-6B75CC9A9435}" destId="{24205FDC-D891-45AB-BDA2-2D9B4DFD421F}" srcOrd="0" destOrd="0" presId="urn:microsoft.com/office/officeart/2005/8/layout/vProcess5"/>
    <dgm:cxn modelId="{A70A5BFC-FBF0-43CF-86F2-17AA57BA7862}" type="presOf" srcId="{67EF700C-A9DB-4701-B2A8-5FEBADB99164}" destId="{0C8092FD-77B5-4304-9C9A-54E0F7FD789C}" srcOrd="1" destOrd="0" presId="urn:microsoft.com/office/officeart/2005/8/layout/vProcess5"/>
    <dgm:cxn modelId="{5B67D3ED-97AF-4104-BD9D-EBB9433146CD}" type="presParOf" srcId="{CF61E80F-E9CC-4B45-A29B-A875E068348C}" destId="{379C7D31-F1FB-4BC4-88A9-FD7558CACC2C}" srcOrd="0" destOrd="0" presId="urn:microsoft.com/office/officeart/2005/8/layout/vProcess5"/>
    <dgm:cxn modelId="{20600EBD-D42F-4B7F-8F54-CCB97C061AB7}" type="presParOf" srcId="{CF61E80F-E9CC-4B45-A29B-A875E068348C}" destId="{6C53D7F6-1CCD-4ADE-80C1-DBEAC06BF091}" srcOrd="1" destOrd="0" presId="urn:microsoft.com/office/officeart/2005/8/layout/vProcess5"/>
    <dgm:cxn modelId="{8260F14D-6B2A-4B9F-B654-14806E73C9B1}" type="presParOf" srcId="{CF61E80F-E9CC-4B45-A29B-A875E068348C}" destId="{6F1B6D6A-747D-4FA9-BB58-B65C01D1C9BB}" srcOrd="2" destOrd="0" presId="urn:microsoft.com/office/officeart/2005/8/layout/vProcess5"/>
    <dgm:cxn modelId="{D5F0A910-EB37-45D2-8C12-E477D7406513}" type="presParOf" srcId="{CF61E80F-E9CC-4B45-A29B-A875E068348C}" destId="{E94D4A0F-B865-414E-9C59-B37728CAA879}" srcOrd="3" destOrd="0" presId="urn:microsoft.com/office/officeart/2005/8/layout/vProcess5"/>
    <dgm:cxn modelId="{8EB895D4-543D-4E2D-8FE5-EF24BE3FFE58}" type="presParOf" srcId="{CF61E80F-E9CC-4B45-A29B-A875E068348C}" destId="{24205FDC-D891-45AB-BDA2-2D9B4DFD421F}" srcOrd="4" destOrd="0" presId="urn:microsoft.com/office/officeart/2005/8/layout/vProcess5"/>
    <dgm:cxn modelId="{7B1E5E15-27EA-4CF0-8F0F-3C6D174021A9}" type="presParOf" srcId="{CF61E80F-E9CC-4B45-A29B-A875E068348C}" destId="{18C7FB69-9AF4-4009-A4D1-806FB7530549}" srcOrd="5" destOrd="0" presId="urn:microsoft.com/office/officeart/2005/8/layout/vProcess5"/>
    <dgm:cxn modelId="{EF5F3605-81D8-4980-89FA-97878C87F2E7}" type="presParOf" srcId="{CF61E80F-E9CC-4B45-A29B-A875E068348C}" destId="{0C8092FD-77B5-4304-9C9A-54E0F7FD789C}" srcOrd="6" destOrd="0" presId="urn:microsoft.com/office/officeart/2005/8/layout/vProcess5"/>
    <dgm:cxn modelId="{31F2CE2C-1524-4E71-B150-2B4A703155A5}" type="presParOf" srcId="{CF61E80F-E9CC-4B45-A29B-A875E068348C}" destId="{0224CBB3-FE71-4997-9443-A151D4DCA4BE}" srcOrd="7" destOrd="0" presId="urn:microsoft.com/office/officeart/2005/8/layout/vProcess5"/>
    <dgm:cxn modelId="{55CC78AC-22A6-49A6-85C6-D4E75674A5E8}" type="presParOf" srcId="{CF61E80F-E9CC-4B45-A29B-A875E068348C}" destId="{20A18518-DBF2-44F4-9012-00E2635F5E1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65B944-4D6B-4875-8760-EA13635BB6B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26FEB3A-6A1F-454E-8E97-D5A306A66646}">
      <dgm:prSet/>
      <dgm:spPr/>
      <dgm:t>
        <a:bodyPr/>
        <a:lstStyle/>
        <a:p>
          <a:pPr>
            <a:defRPr cap="all"/>
          </a:pPr>
          <a:r>
            <a:rPr lang="en-US" b="0" i="0"/>
            <a:t>- Track moods in the morning and evening.</a:t>
          </a:r>
          <a:endParaRPr lang="en-US"/>
        </a:p>
      </dgm:t>
    </dgm:pt>
    <dgm:pt modelId="{10967516-9A27-446E-9014-FAF339F4F9C5}" type="parTrans" cxnId="{C50EC327-FE29-4607-8F5A-B9D3D2A1273F}">
      <dgm:prSet/>
      <dgm:spPr/>
      <dgm:t>
        <a:bodyPr/>
        <a:lstStyle/>
        <a:p>
          <a:endParaRPr lang="en-US"/>
        </a:p>
      </dgm:t>
    </dgm:pt>
    <dgm:pt modelId="{B28879B9-D938-4C95-B8C8-E175083FD333}" type="sibTrans" cxnId="{C50EC327-FE29-4607-8F5A-B9D3D2A1273F}">
      <dgm:prSet/>
      <dgm:spPr/>
      <dgm:t>
        <a:bodyPr/>
        <a:lstStyle/>
        <a:p>
          <a:endParaRPr lang="en-US"/>
        </a:p>
      </dgm:t>
    </dgm:pt>
    <dgm:pt modelId="{87C9DC66-49E7-4B93-B896-0CD6143C8F71}">
      <dgm:prSet/>
      <dgm:spPr/>
      <dgm:t>
        <a:bodyPr/>
        <a:lstStyle/>
        <a:p>
          <a:pPr>
            <a:defRPr cap="all"/>
          </a:pPr>
          <a:r>
            <a:rPr lang="en-US" b="0" i="0"/>
            <a:t>- Get motivational quotes based on mood.</a:t>
          </a:r>
          <a:endParaRPr lang="en-US"/>
        </a:p>
      </dgm:t>
    </dgm:pt>
    <dgm:pt modelId="{3E25A368-AA1F-466E-8C79-580D3B5E1600}" type="parTrans" cxnId="{03DEA43D-3D5C-4B93-929D-000DA1097A2B}">
      <dgm:prSet/>
      <dgm:spPr/>
      <dgm:t>
        <a:bodyPr/>
        <a:lstStyle/>
        <a:p>
          <a:endParaRPr lang="en-US"/>
        </a:p>
      </dgm:t>
    </dgm:pt>
    <dgm:pt modelId="{524CD176-BDF5-4BD6-B21F-3AC771C5EF0E}" type="sibTrans" cxnId="{03DEA43D-3D5C-4B93-929D-000DA1097A2B}">
      <dgm:prSet/>
      <dgm:spPr/>
      <dgm:t>
        <a:bodyPr/>
        <a:lstStyle/>
        <a:p>
          <a:endParaRPr lang="en-US"/>
        </a:p>
      </dgm:t>
    </dgm:pt>
    <dgm:pt modelId="{35FFDBE6-8AE0-4CD4-93DB-B54E19D119F6}">
      <dgm:prSet/>
      <dgm:spPr/>
      <dgm:t>
        <a:bodyPr/>
        <a:lstStyle/>
        <a:p>
          <a:pPr>
            <a:defRPr cap="all"/>
          </a:pPr>
          <a:r>
            <a:rPr lang="en-US" b="0" i="0"/>
            <a:t>- Detect emotional patterns over time.</a:t>
          </a:r>
          <a:endParaRPr lang="en-US"/>
        </a:p>
      </dgm:t>
    </dgm:pt>
    <dgm:pt modelId="{9AE791C4-3C70-4A26-BC0F-7B0B134A4B10}" type="parTrans" cxnId="{A20C73E0-A5BA-4617-B3D7-F75024CA9931}">
      <dgm:prSet/>
      <dgm:spPr/>
      <dgm:t>
        <a:bodyPr/>
        <a:lstStyle/>
        <a:p>
          <a:endParaRPr lang="en-US"/>
        </a:p>
      </dgm:t>
    </dgm:pt>
    <dgm:pt modelId="{DAFAE8E0-11FD-49C4-9597-1A7EC81F6975}" type="sibTrans" cxnId="{A20C73E0-A5BA-4617-B3D7-F75024CA9931}">
      <dgm:prSet/>
      <dgm:spPr/>
      <dgm:t>
        <a:bodyPr/>
        <a:lstStyle/>
        <a:p>
          <a:endParaRPr lang="en-US"/>
        </a:p>
      </dgm:t>
    </dgm:pt>
    <dgm:pt modelId="{DA17FEAA-19A2-49AC-8E02-440CCD4AD68C}" type="pres">
      <dgm:prSet presAssocID="{C165B944-4D6B-4875-8760-EA13635BB6B0}" presName="root" presStyleCnt="0">
        <dgm:presLayoutVars>
          <dgm:dir/>
          <dgm:resizeHandles val="exact"/>
        </dgm:presLayoutVars>
      </dgm:prSet>
      <dgm:spPr/>
    </dgm:pt>
    <dgm:pt modelId="{ACDA9C67-D4C0-4239-9E2F-7E26C6C06498}" type="pres">
      <dgm:prSet presAssocID="{126FEB3A-6A1F-454E-8E97-D5A306A66646}" presName="compNode" presStyleCnt="0"/>
      <dgm:spPr/>
    </dgm:pt>
    <dgm:pt modelId="{7FD05A4C-65C4-435A-BF45-D30DCBE12D07}" type="pres">
      <dgm:prSet presAssocID="{126FEB3A-6A1F-454E-8E97-D5A306A66646}" presName="iconBgRect" presStyleLbl="bgShp" presStyleIdx="0" presStyleCnt="3"/>
      <dgm:spPr/>
    </dgm:pt>
    <dgm:pt modelId="{C5929010-5611-436D-9C10-0640AE5B2199}" type="pres">
      <dgm:prSet presAssocID="{126FEB3A-6A1F-454E-8E97-D5A306A6664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set scene"/>
        </a:ext>
      </dgm:extLst>
    </dgm:pt>
    <dgm:pt modelId="{42666041-5842-4420-B8B3-22C39E51D474}" type="pres">
      <dgm:prSet presAssocID="{126FEB3A-6A1F-454E-8E97-D5A306A66646}" presName="spaceRect" presStyleCnt="0"/>
      <dgm:spPr/>
    </dgm:pt>
    <dgm:pt modelId="{8EDC1617-FF08-42F1-9497-3862CA02236A}" type="pres">
      <dgm:prSet presAssocID="{126FEB3A-6A1F-454E-8E97-D5A306A66646}" presName="textRect" presStyleLbl="revTx" presStyleIdx="0" presStyleCnt="3">
        <dgm:presLayoutVars>
          <dgm:chMax val="1"/>
          <dgm:chPref val="1"/>
        </dgm:presLayoutVars>
      </dgm:prSet>
      <dgm:spPr/>
    </dgm:pt>
    <dgm:pt modelId="{9E80FF05-1E86-46E9-9A9E-87F44EEC2C8D}" type="pres">
      <dgm:prSet presAssocID="{B28879B9-D938-4C95-B8C8-E175083FD333}" presName="sibTrans" presStyleCnt="0"/>
      <dgm:spPr/>
    </dgm:pt>
    <dgm:pt modelId="{7ECF55E9-057B-4CAC-9AA0-4BE0DBEB45DD}" type="pres">
      <dgm:prSet presAssocID="{87C9DC66-49E7-4B93-B896-0CD6143C8F71}" presName="compNode" presStyleCnt="0"/>
      <dgm:spPr/>
    </dgm:pt>
    <dgm:pt modelId="{81A09F5E-0FFE-4DA9-96A7-DACD9A7D0BD0}" type="pres">
      <dgm:prSet presAssocID="{87C9DC66-49E7-4B93-B896-0CD6143C8F71}" presName="iconBgRect" presStyleLbl="bgShp" presStyleIdx="1" presStyleCnt="3"/>
      <dgm:spPr/>
    </dgm:pt>
    <dgm:pt modelId="{DF48E58C-088C-466B-9208-FEE118EAE678}" type="pres">
      <dgm:prSet presAssocID="{87C9DC66-49E7-4B93-B896-0CD6143C8F7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3ADE78A0-F896-4B59-A1DC-3553B699F507}" type="pres">
      <dgm:prSet presAssocID="{87C9DC66-49E7-4B93-B896-0CD6143C8F71}" presName="spaceRect" presStyleCnt="0"/>
      <dgm:spPr/>
    </dgm:pt>
    <dgm:pt modelId="{9F7E6E09-9522-4EE9-9C7F-246D8D654E0C}" type="pres">
      <dgm:prSet presAssocID="{87C9DC66-49E7-4B93-B896-0CD6143C8F71}" presName="textRect" presStyleLbl="revTx" presStyleIdx="1" presStyleCnt="3">
        <dgm:presLayoutVars>
          <dgm:chMax val="1"/>
          <dgm:chPref val="1"/>
        </dgm:presLayoutVars>
      </dgm:prSet>
      <dgm:spPr/>
    </dgm:pt>
    <dgm:pt modelId="{481BD8AD-85F2-44B9-A81F-B9B83F76F9DA}" type="pres">
      <dgm:prSet presAssocID="{524CD176-BDF5-4BD6-B21F-3AC771C5EF0E}" presName="sibTrans" presStyleCnt="0"/>
      <dgm:spPr/>
    </dgm:pt>
    <dgm:pt modelId="{9F5AB30B-FB36-49B3-9F9A-171B9CBC3001}" type="pres">
      <dgm:prSet presAssocID="{35FFDBE6-8AE0-4CD4-93DB-B54E19D119F6}" presName="compNode" presStyleCnt="0"/>
      <dgm:spPr/>
    </dgm:pt>
    <dgm:pt modelId="{68456CFC-1CBD-4C4B-8D0F-DF9A3005719E}" type="pres">
      <dgm:prSet presAssocID="{35FFDBE6-8AE0-4CD4-93DB-B54E19D119F6}" presName="iconBgRect" presStyleLbl="bgShp" presStyleIdx="2" presStyleCnt="3"/>
      <dgm:spPr/>
    </dgm:pt>
    <dgm:pt modelId="{063755D5-878B-48EE-98C6-DD6B5E9F9092}" type="pres">
      <dgm:prSet presAssocID="{35FFDBE6-8AE0-4CD4-93DB-B54E19D119F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A3F3E0E-BF26-4A97-9250-C07701BBAD56}" type="pres">
      <dgm:prSet presAssocID="{35FFDBE6-8AE0-4CD4-93DB-B54E19D119F6}" presName="spaceRect" presStyleCnt="0"/>
      <dgm:spPr/>
    </dgm:pt>
    <dgm:pt modelId="{BA10108E-15EA-4E15-A2C5-6A6668005434}" type="pres">
      <dgm:prSet presAssocID="{35FFDBE6-8AE0-4CD4-93DB-B54E19D119F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50EC327-FE29-4607-8F5A-B9D3D2A1273F}" srcId="{C165B944-4D6B-4875-8760-EA13635BB6B0}" destId="{126FEB3A-6A1F-454E-8E97-D5A306A66646}" srcOrd="0" destOrd="0" parTransId="{10967516-9A27-446E-9014-FAF339F4F9C5}" sibTransId="{B28879B9-D938-4C95-B8C8-E175083FD333}"/>
    <dgm:cxn modelId="{9A28242A-1972-4227-B7F6-162920004015}" type="presOf" srcId="{C165B944-4D6B-4875-8760-EA13635BB6B0}" destId="{DA17FEAA-19A2-49AC-8E02-440CCD4AD68C}" srcOrd="0" destOrd="0" presId="urn:microsoft.com/office/officeart/2018/5/layout/IconCircleLabelList"/>
    <dgm:cxn modelId="{03DEA43D-3D5C-4B93-929D-000DA1097A2B}" srcId="{C165B944-4D6B-4875-8760-EA13635BB6B0}" destId="{87C9DC66-49E7-4B93-B896-0CD6143C8F71}" srcOrd="1" destOrd="0" parTransId="{3E25A368-AA1F-466E-8C79-580D3B5E1600}" sibTransId="{524CD176-BDF5-4BD6-B21F-3AC771C5EF0E}"/>
    <dgm:cxn modelId="{90F4F17E-008F-47FD-A2CD-797516EAB277}" type="presOf" srcId="{87C9DC66-49E7-4B93-B896-0CD6143C8F71}" destId="{9F7E6E09-9522-4EE9-9C7F-246D8D654E0C}" srcOrd="0" destOrd="0" presId="urn:microsoft.com/office/officeart/2018/5/layout/IconCircleLabelList"/>
    <dgm:cxn modelId="{A20C73E0-A5BA-4617-B3D7-F75024CA9931}" srcId="{C165B944-4D6B-4875-8760-EA13635BB6B0}" destId="{35FFDBE6-8AE0-4CD4-93DB-B54E19D119F6}" srcOrd="2" destOrd="0" parTransId="{9AE791C4-3C70-4A26-BC0F-7B0B134A4B10}" sibTransId="{DAFAE8E0-11FD-49C4-9597-1A7EC81F6975}"/>
    <dgm:cxn modelId="{16FEF6F9-FD44-45B0-825E-4D8D7A6D2871}" type="presOf" srcId="{126FEB3A-6A1F-454E-8E97-D5A306A66646}" destId="{8EDC1617-FF08-42F1-9497-3862CA02236A}" srcOrd="0" destOrd="0" presId="urn:microsoft.com/office/officeart/2018/5/layout/IconCircleLabelList"/>
    <dgm:cxn modelId="{0F08F6FD-C854-49A6-A60A-E8763612E576}" type="presOf" srcId="{35FFDBE6-8AE0-4CD4-93DB-B54E19D119F6}" destId="{BA10108E-15EA-4E15-A2C5-6A6668005434}" srcOrd="0" destOrd="0" presId="urn:microsoft.com/office/officeart/2018/5/layout/IconCircleLabelList"/>
    <dgm:cxn modelId="{359EDEB1-CD22-421B-A9F5-C1D741F82FAA}" type="presParOf" srcId="{DA17FEAA-19A2-49AC-8E02-440CCD4AD68C}" destId="{ACDA9C67-D4C0-4239-9E2F-7E26C6C06498}" srcOrd="0" destOrd="0" presId="urn:microsoft.com/office/officeart/2018/5/layout/IconCircleLabelList"/>
    <dgm:cxn modelId="{FB1C6E19-E219-4774-BFBD-67C0AD8F4875}" type="presParOf" srcId="{ACDA9C67-D4C0-4239-9E2F-7E26C6C06498}" destId="{7FD05A4C-65C4-435A-BF45-D30DCBE12D07}" srcOrd="0" destOrd="0" presId="urn:microsoft.com/office/officeart/2018/5/layout/IconCircleLabelList"/>
    <dgm:cxn modelId="{3B9864FF-E1EB-44D9-98B6-165CFC13EC8B}" type="presParOf" srcId="{ACDA9C67-D4C0-4239-9E2F-7E26C6C06498}" destId="{C5929010-5611-436D-9C10-0640AE5B2199}" srcOrd="1" destOrd="0" presId="urn:microsoft.com/office/officeart/2018/5/layout/IconCircleLabelList"/>
    <dgm:cxn modelId="{393AA21E-435D-408B-8A87-2E8F83FF46C7}" type="presParOf" srcId="{ACDA9C67-D4C0-4239-9E2F-7E26C6C06498}" destId="{42666041-5842-4420-B8B3-22C39E51D474}" srcOrd="2" destOrd="0" presId="urn:microsoft.com/office/officeart/2018/5/layout/IconCircleLabelList"/>
    <dgm:cxn modelId="{71C35CB2-8A77-4413-873B-ED0D3934FFD9}" type="presParOf" srcId="{ACDA9C67-D4C0-4239-9E2F-7E26C6C06498}" destId="{8EDC1617-FF08-42F1-9497-3862CA02236A}" srcOrd="3" destOrd="0" presId="urn:microsoft.com/office/officeart/2018/5/layout/IconCircleLabelList"/>
    <dgm:cxn modelId="{D5DA8251-5FB2-4667-B941-BD5FE800CC92}" type="presParOf" srcId="{DA17FEAA-19A2-49AC-8E02-440CCD4AD68C}" destId="{9E80FF05-1E86-46E9-9A9E-87F44EEC2C8D}" srcOrd="1" destOrd="0" presId="urn:microsoft.com/office/officeart/2018/5/layout/IconCircleLabelList"/>
    <dgm:cxn modelId="{3385BCA1-0ACF-4CB5-B2D1-B8CB7C4F9E13}" type="presParOf" srcId="{DA17FEAA-19A2-49AC-8E02-440CCD4AD68C}" destId="{7ECF55E9-057B-4CAC-9AA0-4BE0DBEB45DD}" srcOrd="2" destOrd="0" presId="urn:microsoft.com/office/officeart/2018/5/layout/IconCircleLabelList"/>
    <dgm:cxn modelId="{53818726-39FD-449D-B6B3-04BF0B278372}" type="presParOf" srcId="{7ECF55E9-057B-4CAC-9AA0-4BE0DBEB45DD}" destId="{81A09F5E-0FFE-4DA9-96A7-DACD9A7D0BD0}" srcOrd="0" destOrd="0" presId="urn:microsoft.com/office/officeart/2018/5/layout/IconCircleLabelList"/>
    <dgm:cxn modelId="{7073E1E4-78F7-402D-A16E-E2536C26F6E9}" type="presParOf" srcId="{7ECF55E9-057B-4CAC-9AA0-4BE0DBEB45DD}" destId="{DF48E58C-088C-466B-9208-FEE118EAE678}" srcOrd="1" destOrd="0" presId="urn:microsoft.com/office/officeart/2018/5/layout/IconCircleLabelList"/>
    <dgm:cxn modelId="{958EDB35-ABF3-420A-A6A6-4CED29CB43B1}" type="presParOf" srcId="{7ECF55E9-057B-4CAC-9AA0-4BE0DBEB45DD}" destId="{3ADE78A0-F896-4B59-A1DC-3553B699F507}" srcOrd="2" destOrd="0" presId="urn:microsoft.com/office/officeart/2018/5/layout/IconCircleLabelList"/>
    <dgm:cxn modelId="{A51E413C-2EFF-482C-9EC4-49F77B4DB11F}" type="presParOf" srcId="{7ECF55E9-057B-4CAC-9AA0-4BE0DBEB45DD}" destId="{9F7E6E09-9522-4EE9-9C7F-246D8D654E0C}" srcOrd="3" destOrd="0" presId="urn:microsoft.com/office/officeart/2018/5/layout/IconCircleLabelList"/>
    <dgm:cxn modelId="{6C2971CB-B00E-408D-B515-A565C257AB7D}" type="presParOf" srcId="{DA17FEAA-19A2-49AC-8E02-440CCD4AD68C}" destId="{481BD8AD-85F2-44B9-A81F-B9B83F76F9DA}" srcOrd="3" destOrd="0" presId="urn:microsoft.com/office/officeart/2018/5/layout/IconCircleLabelList"/>
    <dgm:cxn modelId="{FAABF612-75C5-4336-A7A5-7A8D52BD5091}" type="presParOf" srcId="{DA17FEAA-19A2-49AC-8E02-440CCD4AD68C}" destId="{9F5AB30B-FB36-49B3-9F9A-171B9CBC3001}" srcOrd="4" destOrd="0" presId="urn:microsoft.com/office/officeart/2018/5/layout/IconCircleLabelList"/>
    <dgm:cxn modelId="{5F2EF653-E0B1-43AF-B8AF-E0ACA047FE82}" type="presParOf" srcId="{9F5AB30B-FB36-49B3-9F9A-171B9CBC3001}" destId="{68456CFC-1CBD-4C4B-8D0F-DF9A3005719E}" srcOrd="0" destOrd="0" presId="urn:microsoft.com/office/officeart/2018/5/layout/IconCircleLabelList"/>
    <dgm:cxn modelId="{9B0AA503-250F-4B23-A92D-CEAD8441C701}" type="presParOf" srcId="{9F5AB30B-FB36-49B3-9F9A-171B9CBC3001}" destId="{063755D5-878B-48EE-98C6-DD6B5E9F9092}" srcOrd="1" destOrd="0" presId="urn:microsoft.com/office/officeart/2018/5/layout/IconCircleLabelList"/>
    <dgm:cxn modelId="{A6D7C298-F3DC-433F-8AB9-16B5A0E95C18}" type="presParOf" srcId="{9F5AB30B-FB36-49B3-9F9A-171B9CBC3001}" destId="{4A3F3E0E-BF26-4A97-9250-C07701BBAD56}" srcOrd="2" destOrd="0" presId="urn:microsoft.com/office/officeart/2018/5/layout/IconCircleLabelList"/>
    <dgm:cxn modelId="{60726DE6-75F7-467C-B13C-E38CF74DFBAA}" type="presParOf" srcId="{9F5AB30B-FB36-49B3-9F9A-171B9CBC3001}" destId="{BA10108E-15EA-4E15-A2C5-6A666800543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19E4ECA-654A-4392-AA6F-FC8B31872EF4}" type="doc">
      <dgm:prSet loTypeId="urn:microsoft.com/office/officeart/2005/8/layout/process4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974A04D-0B4D-4E06-864C-96439EBE51D8}">
      <dgm:prSet/>
      <dgm:spPr/>
      <dgm:t>
        <a:bodyPr/>
        <a:lstStyle/>
        <a:p>
          <a:r>
            <a:rPr lang="en-US" b="0" i="0"/>
            <a:t>Universal and relatable emotional expression.</a:t>
          </a:r>
          <a:endParaRPr lang="en-US"/>
        </a:p>
      </dgm:t>
    </dgm:pt>
    <dgm:pt modelId="{EDBEA70B-D995-4AC7-993E-7289278AB9A8}" type="parTrans" cxnId="{EDB9F293-0AF9-4B1A-9FA7-BD09FFD38BC9}">
      <dgm:prSet/>
      <dgm:spPr/>
      <dgm:t>
        <a:bodyPr/>
        <a:lstStyle/>
        <a:p>
          <a:endParaRPr lang="en-US"/>
        </a:p>
      </dgm:t>
    </dgm:pt>
    <dgm:pt modelId="{DB61207E-BD31-43D2-9B80-FC9F544A74A9}" type="sibTrans" cxnId="{EDB9F293-0AF9-4B1A-9FA7-BD09FFD38BC9}">
      <dgm:prSet/>
      <dgm:spPr/>
      <dgm:t>
        <a:bodyPr/>
        <a:lstStyle/>
        <a:p>
          <a:endParaRPr lang="en-US"/>
        </a:p>
      </dgm:t>
    </dgm:pt>
    <dgm:pt modelId="{6646E866-42EF-4ACC-BDAD-D24E34A71435}">
      <dgm:prSet/>
      <dgm:spPr/>
      <dgm:t>
        <a:bodyPr/>
        <a:lstStyle/>
        <a:p>
          <a:r>
            <a:rPr lang="en-US" b="0" i="0"/>
            <a:t>Engaging and accessible for adolescents.</a:t>
          </a:r>
          <a:endParaRPr lang="en-US"/>
        </a:p>
      </dgm:t>
    </dgm:pt>
    <dgm:pt modelId="{4ABE64B1-FBD4-4A6C-9EF2-0F67FDF9E538}" type="parTrans" cxnId="{721A2A72-77BB-456F-8BF3-B085E1B1FFCF}">
      <dgm:prSet/>
      <dgm:spPr/>
      <dgm:t>
        <a:bodyPr/>
        <a:lstStyle/>
        <a:p>
          <a:endParaRPr lang="en-US"/>
        </a:p>
      </dgm:t>
    </dgm:pt>
    <dgm:pt modelId="{8B6D86E1-993C-45F5-98DE-C4378BA8D903}" type="sibTrans" cxnId="{721A2A72-77BB-456F-8BF3-B085E1B1FFCF}">
      <dgm:prSet/>
      <dgm:spPr/>
      <dgm:t>
        <a:bodyPr/>
        <a:lstStyle/>
        <a:p>
          <a:endParaRPr lang="en-US"/>
        </a:p>
      </dgm:t>
    </dgm:pt>
    <dgm:pt modelId="{80B4D64A-748B-48F2-A105-5D7FC142C7AD}">
      <dgm:prSet/>
      <dgm:spPr/>
      <dgm:t>
        <a:bodyPr/>
        <a:lstStyle/>
        <a:p>
          <a:r>
            <a:rPr lang="en-US" b="0" i="0"/>
            <a:t>Simplifies mood selection.</a:t>
          </a:r>
          <a:endParaRPr lang="en-US"/>
        </a:p>
      </dgm:t>
    </dgm:pt>
    <dgm:pt modelId="{AF32D09D-12D6-4D12-B7CC-4203DBF9DF3D}" type="parTrans" cxnId="{6B1351A8-818D-49AA-8A2F-562CEDDFE685}">
      <dgm:prSet/>
      <dgm:spPr/>
      <dgm:t>
        <a:bodyPr/>
        <a:lstStyle/>
        <a:p>
          <a:endParaRPr lang="en-US"/>
        </a:p>
      </dgm:t>
    </dgm:pt>
    <dgm:pt modelId="{38A6394A-AE46-4D24-9796-033F6477367E}" type="sibTrans" cxnId="{6B1351A8-818D-49AA-8A2F-562CEDDFE685}">
      <dgm:prSet/>
      <dgm:spPr/>
      <dgm:t>
        <a:bodyPr/>
        <a:lstStyle/>
        <a:p>
          <a:endParaRPr lang="en-US"/>
        </a:p>
      </dgm:t>
    </dgm:pt>
    <dgm:pt modelId="{33ECBB7E-5702-4638-B769-CCC0F8B474AD}" type="pres">
      <dgm:prSet presAssocID="{619E4ECA-654A-4392-AA6F-FC8B31872EF4}" presName="Name0" presStyleCnt="0">
        <dgm:presLayoutVars>
          <dgm:dir/>
          <dgm:animLvl val="lvl"/>
          <dgm:resizeHandles val="exact"/>
        </dgm:presLayoutVars>
      </dgm:prSet>
      <dgm:spPr/>
    </dgm:pt>
    <dgm:pt modelId="{82ADAB22-5104-4BC6-AD21-760FF85E7462}" type="pres">
      <dgm:prSet presAssocID="{80B4D64A-748B-48F2-A105-5D7FC142C7AD}" presName="boxAndChildren" presStyleCnt="0"/>
      <dgm:spPr/>
    </dgm:pt>
    <dgm:pt modelId="{43A8EFE4-C399-4E6B-B6EC-8563C0BBD7AC}" type="pres">
      <dgm:prSet presAssocID="{80B4D64A-748B-48F2-A105-5D7FC142C7AD}" presName="parentTextBox" presStyleLbl="node1" presStyleIdx="0" presStyleCnt="3"/>
      <dgm:spPr/>
    </dgm:pt>
    <dgm:pt modelId="{4388EFEA-E3EB-45EA-94AE-3834A139873E}" type="pres">
      <dgm:prSet presAssocID="{8B6D86E1-993C-45F5-98DE-C4378BA8D903}" presName="sp" presStyleCnt="0"/>
      <dgm:spPr/>
    </dgm:pt>
    <dgm:pt modelId="{4209DCBA-8E5F-42F4-B7BD-2C6CFC170AF0}" type="pres">
      <dgm:prSet presAssocID="{6646E866-42EF-4ACC-BDAD-D24E34A71435}" presName="arrowAndChildren" presStyleCnt="0"/>
      <dgm:spPr/>
    </dgm:pt>
    <dgm:pt modelId="{6A70963B-A9BB-458A-9E24-66FCFD54CD69}" type="pres">
      <dgm:prSet presAssocID="{6646E866-42EF-4ACC-BDAD-D24E34A71435}" presName="parentTextArrow" presStyleLbl="node1" presStyleIdx="1" presStyleCnt="3"/>
      <dgm:spPr/>
    </dgm:pt>
    <dgm:pt modelId="{D5F58145-E6F2-48D9-955F-2018103DFA27}" type="pres">
      <dgm:prSet presAssocID="{DB61207E-BD31-43D2-9B80-FC9F544A74A9}" presName="sp" presStyleCnt="0"/>
      <dgm:spPr/>
    </dgm:pt>
    <dgm:pt modelId="{82C0D0BB-E018-4529-B2E4-6FA70D38AE12}" type="pres">
      <dgm:prSet presAssocID="{6974A04D-0B4D-4E06-864C-96439EBE51D8}" presName="arrowAndChildren" presStyleCnt="0"/>
      <dgm:spPr/>
    </dgm:pt>
    <dgm:pt modelId="{BE1A2FBC-8166-4430-92E9-563777201DCC}" type="pres">
      <dgm:prSet presAssocID="{6974A04D-0B4D-4E06-864C-96439EBE51D8}" presName="parentTextArrow" presStyleLbl="node1" presStyleIdx="2" presStyleCnt="3"/>
      <dgm:spPr/>
    </dgm:pt>
  </dgm:ptLst>
  <dgm:cxnLst>
    <dgm:cxn modelId="{F7CABB21-1B1E-4959-B504-E02D932C55DD}" type="presOf" srcId="{80B4D64A-748B-48F2-A105-5D7FC142C7AD}" destId="{43A8EFE4-C399-4E6B-B6EC-8563C0BBD7AC}" srcOrd="0" destOrd="0" presId="urn:microsoft.com/office/officeart/2005/8/layout/process4"/>
    <dgm:cxn modelId="{561FC95C-1B04-4C45-89ED-BE4CC6071062}" type="presOf" srcId="{6646E866-42EF-4ACC-BDAD-D24E34A71435}" destId="{6A70963B-A9BB-458A-9E24-66FCFD54CD69}" srcOrd="0" destOrd="0" presId="urn:microsoft.com/office/officeart/2005/8/layout/process4"/>
    <dgm:cxn modelId="{8435FD49-EEA2-4C9B-88C5-99BFFBFA9950}" type="presOf" srcId="{619E4ECA-654A-4392-AA6F-FC8B31872EF4}" destId="{33ECBB7E-5702-4638-B769-CCC0F8B474AD}" srcOrd="0" destOrd="0" presId="urn:microsoft.com/office/officeart/2005/8/layout/process4"/>
    <dgm:cxn modelId="{721A2A72-77BB-456F-8BF3-B085E1B1FFCF}" srcId="{619E4ECA-654A-4392-AA6F-FC8B31872EF4}" destId="{6646E866-42EF-4ACC-BDAD-D24E34A71435}" srcOrd="1" destOrd="0" parTransId="{4ABE64B1-FBD4-4A6C-9EF2-0F67FDF9E538}" sibTransId="{8B6D86E1-993C-45F5-98DE-C4378BA8D903}"/>
    <dgm:cxn modelId="{EDB9F293-0AF9-4B1A-9FA7-BD09FFD38BC9}" srcId="{619E4ECA-654A-4392-AA6F-FC8B31872EF4}" destId="{6974A04D-0B4D-4E06-864C-96439EBE51D8}" srcOrd="0" destOrd="0" parTransId="{EDBEA70B-D995-4AC7-993E-7289278AB9A8}" sibTransId="{DB61207E-BD31-43D2-9B80-FC9F544A74A9}"/>
    <dgm:cxn modelId="{6B1351A8-818D-49AA-8A2F-562CEDDFE685}" srcId="{619E4ECA-654A-4392-AA6F-FC8B31872EF4}" destId="{80B4D64A-748B-48F2-A105-5D7FC142C7AD}" srcOrd="2" destOrd="0" parTransId="{AF32D09D-12D6-4D12-B7CC-4203DBF9DF3D}" sibTransId="{38A6394A-AE46-4D24-9796-033F6477367E}"/>
    <dgm:cxn modelId="{A9F39CB7-EBC1-4A49-8BDE-1064DD0CD4ED}" type="presOf" srcId="{6974A04D-0B4D-4E06-864C-96439EBE51D8}" destId="{BE1A2FBC-8166-4430-92E9-563777201DCC}" srcOrd="0" destOrd="0" presId="urn:microsoft.com/office/officeart/2005/8/layout/process4"/>
    <dgm:cxn modelId="{7C944DBA-696B-4601-AC00-EA41229C85E8}" type="presParOf" srcId="{33ECBB7E-5702-4638-B769-CCC0F8B474AD}" destId="{82ADAB22-5104-4BC6-AD21-760FF85E7462}" srcOrd="0" destOrd="0" presId="urn:microsoft.com/office/officeart/2005/8/layout/process4"/>
    <dgm:cxn modelId="{6060B083-4168-45D8-9464-B7300792EF36}" type="presParOf" srcId="{82ADAB22-5104-4BC6-AD21-760FF85E7462}" destId="{43A8EFE4-C399-4E6B-B6EC-8563C0BBD7AC}" srcOrd="0" destOrd="0" presId="urn:microsoft.com/office/officeart/2005/8/layout/process4"/>
    <dgm:cxn modelId="{2A8A8530-873F-4718-B52D-582DA0D0BAC0}" type="presParOf" srcId="{33ECBB7E-5702-4638-B769-CCC0F8B474AD}" destId="{4388EFEA-E3EB-45EA-94AE-3834A139873E}" srcOrd="1" destOrd="0" presId="urn:microsoft.com/office/officeart/2005/8/layout/process4"/>
    <dgm:cxn modelId="{054DA604-9A47-4C42-BCE9-87E29D6C6811}" type="presParOf" srcId="{33ECBB7E-5702-4638-B769-CCC0F8B474AD}" destId="{4209DCBA-8E5F-42F4-B7BD-2C6CFC170AF0}" srcOrd="2" destOrd="0" presId="urn:microsoft.com/office/officeart/2005/8/layout/process4"/>
    <dgm:cxn modelId="{5718DFAC-ED1B-462C-A2A9-9372FC90B0C0}" type="presParOf" srcId="{4209DCBA-8E5F-42F4-B7BD-2C6CFC170AF0}" destId="{6A70963B-A9BB-458A-9E24-66FCFD54CD69}" srcOrd="0" destOrd="0" presId="urn:microsoft.com/office/officeart/2005/8/layout/process4"/>
    <dgm:cxn modelId="{1B96CDD3-D0F0-4C98-ACE6-33CAA3F59C00}" type="presParOf" srcId="{33ECBB7E-5702-4638-B769-CCC0F8B474AD}" destId="{D5F58145-E6F2-48D9-955F-2018103DFA27}" srcOrd="3" destOrd="0" presId="urn:microsoft.com/office/officeart/2005/8/layout/process4"/>
    <dgm:cxn modelId="{4A6D5A5A-B01D-467D-B799-90EF463EE91C}" type="presParOf" srcId="{33ECBB7E-5702-4638-B769-CCC0F8B474AD}" destId="{82C0D0BB-E018-4529-B2E4-6FA70D38AE12}" srcOrd="4" destOrd="0" presId="urn:microsoft.com/office/officeart/2005/8/layout/process4"/>
    <dgm:cxn modelId="{3FEDDE78-C604-46D9-9740-E5A617CADDB4}" type="presParOf" srcId="{82C0D0BB-E018-4529-B2E4-6FA70D38AE12}" destId="{BE1A2FBC-8166-4430-92E9-563777201D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BB4C47F-1A97-4462-9FC0-BF584F3397A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EBBAC98-8ADD-446A-A00D-8B9A106841E2}">
      <dgm:prSet/>
      <dgm:spPr/>
      <dgm:t>
        <a:bodyPr/>
        <a:lstStyle/>
        <a:p>
          <a:r>
            <a:rPr lang="en-US" b="0" i="0"/>
            <a:t>Morning and evening mood tracking.</a:t>
          </a:r>
          <a:endParaRPr lang="en-US"/>
        </a:p>
      </dgm:t>
    </dgm:pt>
    <dgm:pt modelId="{1C37A632-1CA0-4553-9380-98278EF6825B}" type="parTrans" cxnId="{8E9CA39D-C968-421D-8E7C-665EAD9FA014}">
      <dgm:prSet/>
      <dgm:spPr/>
      <dgm:t>
        <a:bodyPr/>
        <a:lstStyle/>
        <a:p>
          <a:endParaRPr lang="en-US"/>
        </a:p>
      </dgm:t>
    </dgm:pt>
    <dgm:pt modelId="{577995E1-816A-439D-B70A-91E0C3781A12}" type="sibTrans" cxnId="{8E9CA39D-C968-421D-8E7C-665EAD9FA014}">
      <dgm:prSet/>
      <dgm:spPr/>
      <dgm:t>
        <a:bodyPr/>
        <a:lstStyle/>
        <a:p>
          <a:endParaRPr lang="en-US"/>
        </a:p>
      </dgm:t>
    </dgm:pt>
    <dgm:pt modelId="{E7F4A985-F7D5-49C2-BC5F-528EEB86CADA}">
      <dgm:prSet/>
      <dgm:spPr/>
      <dgm:t>
        <a:bodyPr/>
        <a:lstStyle/>
        <a:p>
          <a:r>
            <a:rPr lang="en-US" b="0" i="0"/>
            <a:t>Personalized motivational quotes.</a:t>
          </a:r>
          <a:endParaRPr lang="en-US"/>
        </a:p>
      </dgm:t>
    </dgm:pt>
    <dgm:pt modelId="{B9429A24-026C-4724-A7A4-23E946B3546A}" type="parTrans" cxnId="{D81BD5AB-E317-43D3-B8F1-569D8D32CC04}">
      <dgm:prSet/>
      <dgm:spPr/>
      <dgm:t>
        <a:bodyPr/>
        <a:lstStyle/>
        <a:p>
          <a:endParaRPr lang="en-US"/>
        </a:p>
      </dgm:t>
    </dgm:pt>
    <dgm:pt modelId="{83E906C1-9B0F-41B8-AC00-C10BD48AF04F}" type="sibTrans" cxnId="{D81BD5AB-E317-43D3-B8F1-569D8D32CC04}">
      <dgm:prSet/>
      <dgm:spPr/>
      <dgm:t>
        <a:bodyPr/>
        <a:lstStyle/>
        <a:p>
          <a:endParaRPr lang="en-US"/>
        </a:p>
      </dgm:t>
    </dgm:pt>
    <dgm:pt modelId="{85DE86B0-80FA-4ABB-81A7-EFC16E75451B}">
      <dgm:prSet/>
      <dgm:spPr/>
      <dgm:t>
        <a:bodyPr/>
        <a:lstStyle/>
        <a:p>
          <a:r>
            <a:rPr lang="en-US" b="0" i="0"/>
            <a:t>Google Calendar integration.</a:t>
          </a:r>
          <a:endParaRPr lang="en-US"/>
        </a:p>
      </dgm:t>
    </dgm:pt>
    <dgm:pt modelId="{D8D5D251-69A7-4EED-9E94-0B8D20FB5203}" type="parTrans" cxnId="{12D81F10-E1EB-4A9D-AEAE-2FFECCC59704}">
      <dgm:prSet/>
      <dgm:spPr/>
      <dgm:t>
        <a:bodyPr/>
        <a:lstStyle/>
        <a:p>
          <a:endParaRPr lang="en-US"/>
        </a:p>
      </dgm:t>
    </dgm:pt>
    <dgm:pt modelId="{D60B33E2-E191-4277-8FC2-A7650698B023}" type="sibTrans" cxnId="{12D81F10-E1EB-4A9D-AEAE-2FFECCC59704}">
      <dgm:prSet/>
      <dgm:spPr/>
      <dgm:t>
        <a:bodyPr/>
        <a:lstStyle/>
        <a:p>
          <a:endParaRPr lang="en-US"/>
        </a:p>
      </dgm:t>
    </dgm:pt>
    <dgm:pt modelId="{E8984A9F-AF61-4220-8C6C-3B5AF4B6306D}">
      <dgm:prSet/>
      <dgm:spPr/>
      <dgm:t>
        <a:bodyPr/>
        <a:lstStyle/>
        <a:p>
          <a:r>
            <a:rPr lang="en-US" b="0" i="0"/>
            <a:t>Clean and simple UI.</a:t>
          </a:r>
          <a:endParaRPr lang="en-US"/>
        </a:p>
      </dgm:t>
    </dgm:pt>
    <dgm:pt modelId="{B76B6F63-BDD1-4100-B85F-E4714438B5EF}" type="parTrans" cxnId="{EA4661D0-478B-4192-A6AE-2A3B83C51223}">
      <dgm:prSet/>
      <dgm:spPr/>
      <dgm:t>
        <a:bodyPr/>
        <a:lstStyle/>
        <a:p>
          <a:endParaRPr lang="en-US"/>
        </a:p>
      </dgm:t>
    </dgm:pt>
    <dgm:pt modelId="{A18C8B89-F787-46CE-895D-8F932F2AB26F}" type="sibTrans" cxnId="{EA4661D0-478B-4192-A6AE-2A3B83C51223}">
      <dgm:prSet/>
      <dgm:spPr/>
      <dgm:t>
        <a:bodyPr/>
        <a:lstStyle/>
        <a:p>
          <a:endParaRPr lang="en-US"/>
        </a:p>
      </dgm:t>
    </dgm:pt>
    <dgm:pt modelId="{CD182F3A-95AF-4807-85BC-9F8C13676226}" type="pres">
      <dgm:prSet presAssocID="{6BB4C47F-1A97-4462-9FC0-BF584F3397A4}" presName="root" presStyleCnt="0">
        <dgm:presLayoutVars>
          <dgm:dir/>
          <dgm:resizeHandles val="exact"/>
        </dgm:presLayoutVars>
      </dgm:prSet>
      <dgm:spPr/>
    </dgm:pt>
    <dgm:pt modelId="{80859F53-3121-4033-A7E6-C834067DCF67}" type="pres">
      <dgm:prSet presAssocID="{3EBBAC98-8ADD-446A-A00D-8B9A106841E2}" presName="compNode" presStyleCnt="0"/>
      <dgm:spPr/>
    </dgm:pt>
    <dgm:pt modelId="{B2C3AE76-FB9E-43B0-8786-51B530643875}" type="pres">
      <dgm:prSet presAssocID="{3EBBAC98-8ADD-446A-A00D-8B9A106841E2}" presName="bgRect" presStyleLbl="bgShp" presStyleIdx="0" presStyleCnt="4"/>
      <dgm:spPr/>
    </dgm:pt>
    <dgm:pt modelId="{F8A47DC7-791B-425B-A76C-FC495FBBF8C3}" type="pres">
      <dgm:prSet presAssocID="{3EBBAC98-8ADD-446A-A00D-8B9A106841E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d"/>
        </a:ext>
      </dgm:extLst>
    </dgm:pt>
    <dgm:pt modelId="{1106B2F6-445D-43CF-905C-AA928A738DF3}" type="pres">
      <dgm:prSet presAssocID="{3EBBAC98-8ADD-446A-A00D-8B9A106841E2}" presName="spaceRect" presStyleCnt="0"/>
      <dgm:spPr/>
    </dgm:pt>
    <dgm:pt modelId="{EE0E8A59-2691-4658-817D-C337FEC41AA8}" type="pres">
      <dgm:prSet presAssocID="{3EBBAC98-8ADD-446A-A00D-8B9A106841E2}" presName="parTx" presStyleLbl="revTx" presStyleIdx="0" presStyleCnt="4">
        <dgm:presLayoutVars>
          <dgm:chMax val="0"/>
          <dgm:chPref val="0"/>
        </dgm:presLayoutVars>
      </dgm:prSet>
      <dgm:spPr/>
    </dgm:pt>
    <dgm:pt modelId="{FAADB3C1-49E4-4564-8198-8661BAFEAEE4}" type="pres">
      <dgm:prSet presAssocID="{577995E1-816A-439D-B70A-91E0C3781A12}" presName="sibTrans" presStyleCnt="0"/>
      <dgm:spPr/>
    </dgm:pt>
    <dgm:pt modelId="{38AFA4FF-8495-4EFD-97DF-1B8FEB3FEF05}" type="pres">
      <dgm:prSet presAssocID="{E7F4A985-F7D5-49C2-BC5F-528EEB86CADA}" presName="compNode" presStyleCnt="0"/>
      <dgm:spPr/>
    </dgm:pt>
    <dgm:pt modelId="{73E1EE54-A5A9-4BFD-AF01-6B64FE9A925E}" type="pres">
      <dgm:prSet presAssocID="{E7F4A985-F7D5-49C2-BC5F-528EEB86CADA}" presName="bgRect" presStyleLbl="bgShp" presStyleIdx="1" presStyleCnt="4"/>
      <dgm:spPr/>
    </dgm:pt>
    <dgm:pt modelId="{E0447907-BA08-4801-8C21-39C6A91A06E2}" type="pres">
      <dgm:prSet presAssocID="{E7F4A985-F7D5-49C2-BC5F-528EEB86CAD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C24EECF2-5084-4AA1-A1B5-38B2F10A6793}" type="pres">
      <dgm:prSet presAssocID="{E7F4A985-F7D5-49C2-BC5F-528EEB86CADA}" presName="spaceRect" presStyleCnt="0"/>
      <dgm:spPr/>
    </dgm:pt>
    <dgm:pt modelId="{8B1FB80C-0072-4B55-9E3A-10C7D9A5DD67}" type="pres">
      <dgm:prSet presAssocID="{E7F4A985-F7D5-49C2-BC5F-528EEB86CADA}" presName="parTx" presStyleLbl="revTx" presStyleIdx="1" presStyleCnt="4">
        <dgm:presLayoutVars>
          <dgm:chMax val="0"/>
          <dgm:chPref val="0"/>
        </dgm:presLayoutVars>
      </dgm:prSet>
      <dgm:spPr/>
    </dgm:pt>
    <dgm:pt modelId="{D2FA4ACA-4FB6-44E5-A765-682314F9DE6A}" type="pres">
      <dgm:prSet presAssocID="{83E906C1-9B0F-41B8-AC00-C10BD48AF04F}" presName="sibTrans" presStyleCnt="0"/>
      <dgm:spPr/>
    </dgm:pt>
    <dgm:pt modelId="{6C82C049-C4E4-487A-B228-6D67824CD5A6}" type="pres">
      <dgm:prSet presAssocID="{85DE86B0-80FA-4ABB-81A7-EFC16E75451B}" presName="compNode" presStyleCnt="0"/>
      <dgm:spPr/>
    </dgm:pt>
    <dgm:pt modelId="{40D3FB1F-87DC-4063-A55E-2014C18CE0BD}" type="pres">
      <dgm:prSet presAssocID="{85DE86B0-80FA-4ABB-81A7-EFC16E75451B}" presName="bgRect" presStyleLbl="bgShp" presStyleIdx="2" presStyleCnt="4"/>
      <dgm:spPr/>
    </dgm:pt>
    <dgm:pt modelId="{AA9633F9-AD87-467C-9D9A-F68D55875879}" type="pres">
      <dgm:prSet presAssocID="{85DE86B0-80FA-4ABB-81A7-EFC16E75451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E580A0D2-347A-47E1-95FD-CBB39F970477}" type="pres">
      <dgm:prSet presAssocID="{85DE86B0-80FA-4ABB-81A7-EFC16E75451B}" presName="spaceRect" presStyleCnt="0"/>
      <dgm:spPr/>
    </dgm:pt>
    <dgm:pt modelId="{BF2B3285-2D00-4E2D-BAF9-04F23CB34817}" type="pres">
      <dgm:prSet presAssocID="{85DE86B0-80FA-4ABB-81A7-EFC16E75451B}" presName="parTx" presStyleLbl="revTx" presStyleIdx="2" presStyleCnt="4">
        <dgm:presLayoutVars>
          <dgm:chMax val="0"/>
          <dgm:chPref val="0"/>
        </dgm:presLayoutVars>
      </dgm:prSet>
      <dgm:spPr/>
    </dgm:pt>
    <dgm:pt modelId="{83352FC6-C7AD-491D-B5C5-43835FE9E00B}" type="pres">
      <dgm:prSet presAssocID="{D60B33E2-E191-4277-8FC2-A7650698B023}" presName="sibTrans" presStyleCnt="0"/>
      <dgm:spPr/>
    </dgm:pt>
    <dgm:pt modelId="{AE37D091-3C07-4067-B1F3-5878A17ADBA2}" type="pres">
      <dgm:prSet presAssocID="{E8984A9F-AF61-4220-8C6C-3B5AF4B6306D}" presName="compNode" presStyleCnt="0"/>
      <dgm:spPr/>
    </dgm:pt>
    <dgm:pt modelId="{BE6F7201-4FA5-49BD-8A34-8D6C74103436}" type="pres">
      <dgm:prSet presAssocID="{E8984A9F-AF61-4220-8C6C-3B5AF4B6306D}" presName="bgRect" presStyleLbl="bgShp" presStyleIdx="3" presStyleCnt="4"/>
      <dgm:spPr/>
    </dgm:pt>
    <dgm:pt modelId="{69357C84-F26F-44B9-B105-D343510F332A}" type="pres">
      <dgm:prSet presAssocID="{E8984A9F-AF61-4220-8C6C-3B5AF4B6306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E27852D9-4DB4-4837-A2FB-7776EBB8EA0C}" type="pres">
      <dgm:prSet presAssocID="{E8984A9F-AF61-4220-8C6C-3B5AF4B6306D}" presName="spaceRect" presStyleCnt="0"/>
      <dgm:spPr/>
    </dgm:pt>
    <dgm:pt modelId="{0C46BA78-EE81-410C-B93B-F6373EF8F797}" type="pres">
      <dgm:prSet presAssocID="{E8984A9F-AF61-4220-8C6C-3B5AF4B6306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4664C02-75B9-4D7D-AE50-EF54DF5295A3}" type="presOf" srcId="{6BB4C47F-1A97-4462-9FC0-BF584F3397A4}" destId="{CD182F3A-95AF-4807-85BC-9F8C13676226}" srcOrd="0" destOrd="0" presId="urn:microsoft.com/office/officeart/2018/2/layout/IconVerticalSolidList"/>
    <dgm:cxn modelId="{7CCEDF07-DF75-451A-8BBA-2DAF48C8253F}" type="presOf" srcId="{E8984A9F-AF61-4220-8C6C-3B5AF4B6306D}" destId="{0C46BA78-EE81-410C-B93B-F6373EF8F797}" srcOrd="0" destOrd="0" presId="urn:microsoft.com/office/officeart/2018/2/layout/IconVerticalSolidList"/>
    <dgm:cxn modelId="{12D81F10-E1EB-4A9D-AEAE-2FFECCC59704}" srcId="{6BB4C47F-1A97-4462-9FC0-BF584F3397A4}" destId="{85DE86B0-80FA-4ABB-81A7-EFC16E75451B}" srcOrd="2" destOrd="0" parTransId="{D8D5D251-69A7-4EED-9E94-0B8D20FB5203}" sibTransId="{D60B33E2-E191-4277-8FC2-A7650698B023}"/>
    <dgm:cxn modelId="{8AFD111A-A6E8-4E9B-A7B8-CD15F8F98F9B}" type="presOf" srcId="{E7F4A985-F7D5-49C2-BC5F-528EEB86CADA}" destId="{8B1FB80C-0072-4B55-9E3A-10C7D9A5DD67}" srcOrd="0" destOrd="0" presId="urn:microsoft.com/office/officeart/2018/2/layout/IconVerticalSolidList"/>
    <dgm:cxn modelId="{8450EA53-00DF-4ED5-BBA7-06E80007D96E}" type="presOf" srcId="{85DE86B0-80FA-4ABB-81A7-EFC16E75451B}" destId="{BF2B3285-2D00-4E2D-BAF9-04F23CB34817}" srcOrd="0" destOrd="0" presId="urn:microsoft.com/office/officeart/2018/2/layout/IconVerticalSolidList"/>
    <dgm:cxn modelId="{F538EE8F-8C52-4DFA-9FB7-A3648CC0CB26}" type="presOf" srcId="{3EBBAC98-8ADD-446A-A00D-8B9A106841E2}" destId="{EE0E8A59-2691-4658-817D-C337FEC41AA8}" srcOrd="0" destOrd="0" presId="urn:microsoft.com/office/officeart/2018/2/layout/IconVerticalSolidList"/>
    <dgm:cxn modelId="{8E9CA39D-C968-421D-8E7C-665EAD9FA014}" srcId="{6BB4C47F-1A97-4462-9FC0-BF584F3397A4}" destId="{3EBBAC98-8ADD-446A-A00D-8B9A106841E2}" srcOrd="0" destOrd="0" parTransId="{1C37A632-1CA0-4553-9380-98278EF6825B}" sibTransId="{577995E1-816A-439D-B70A-91E0C3781A12}"/>
    <dgm:cxn modelId="{D81BD5AB-E317-43D3-B8F1-569D8D32CC04}" srcId="{6BB4C47F-1A97-4462-9FC0-BF584F3397A4}" destId="{E7F4A985-F7D5-49C2-BC5F-528EEB86CADA}" srcOrd="1" destOrd="0" parTransId="{B9429A24-026C-4724-A7A4-23E946B3546A}" sibTransId="{83E906C1-9B0F-41B8-AC00-C10BD48AF04F}"/>
    <dgm:cxn modelId="{EA4661D0-478B-4192-A6AE-2A3B83C51223}" srcId="{6BB4C47F-1A97-4462-9FC0-BF584F3397A4}" destId="{E8984A9F-AF61-4220-8C6C-3B5AF4B6306D}" srcOrd="3" destOrd="0" parTransId="{B76B6F63-BDD1-4100-B85F-E4714438B5EF}" sibTransId="{A18C8B89-F787-46CE-895D-8F932F2AB26F}"/>
    <dgm:cxn modelId="{D9BC5569-CF87-434E-B686-A977E1DE8CC3}" type="presParOf" srcId="{CD182F3A-95AF-4807-85BC-9F8C13676226}" destId="{80859F53-3121-4033-A7E6-C834067DCF67}" srcOrd="0" destOrd="0" presId="urn:microsoft.com/office/officeart/2018/2/layout/IconVerticalSolidList"/>
    <dgm:cxn modelId="{3CF1F1E4-B8E8-4E5E-B1A4-03E077A750C6}" type="presParOf" srcId="{80859F53-3121-4033-A7E6-C834067DCF67}" destId="{B2C3AE76-FB9E-43B0-8786-51B530643875}" srcOrd="0" destOrd="0" presId="urn:microsoft.com/office/officeart/2018/2/layout/IconVerticalSolidList"/>
    <dgm:cxn modelId="{0AAD2487-4A0E-4F44-A0C2-E628C40DDDDF}" type="presParOf" srcId="{80859F53-3121-4033-A7E6-C834067DCF67}" destId="{F8A47DC7-791B-425B-A76C-FC495FBBF8C3}" srcOrd="1" destOrd="0" presId="urn:microsoft.com/office/officeart/2018/2/layout/IconVerticalSolidList"/>
    <dgm:cxn modelId="{586B4021-D932-47C0-B246-CEEE3FA5C581}" type="presParOf" srcId="{80859F53-3121-4033-A7E6-C834067DCF67}" destId="{1106B2F6-445D-43CF-905C-AA928A738DF3}" srcOrd="2" destOrd="0" presId="urn:microsoft.com/office/officeart/2018/2/layout/IconVerticalSolidList"/>
    <dgm:cxn modelId="{CEBC94ED-8554-4AC3-9F91-98763DF17BBC}" type="presParOf" srcId="{80859F53-3121-4033-A7E6-C834067DCF67}" destId="{EE0E8A59-2691-4658-817D-C337FEC41AA8}" srcOrd="3" destOrd="0" presId="urn:microsoft.com/office/officeart/2018/2/layout/IconVerticalSolidList"/>
    <dgm:cxn modelId="{0E628873-922D-476C-BF34-7B49A4A71F8B}" type="presParOf" srcId="{CD182F3A-95AF-4807-85BC-9F8C13676226}" destId="{FAADB3C1-49E4-4564-8198-8661BAFEAEE4}" srcOrd="1" destOrd="0" presId="urn:microsoft.com/office/officeart/2018/2/layout/IconVerticalSolidList"/>
    <dgm:cxn modelId="{00D977BB-97B3-47B3-86C4-38E665C9D72C}" type="presParOf" srcId="{CD182F3A-95AF-4807-85BC-9F8C13676226}" destId="{38AFA4FF-8495-4EFD-97DF-1B8FEB3FEF05}" srcOrd="2" destOrd="0" presId="urn:microsoft.com/office/officeart/2018/2/layout/IconVerticalSolidList"/>
    <dgm:cxn modelId="{40198D10-498F-4ADA-8D3D-3F59EB6C3D18}" type="presParOf" srcId="{38AFA4FF-8495-4EFD-97DF-1B8FEB3FEF05}" destId="{73E1EE54-A5A9-4BFD-AF01-6B64FE9A925E}" srcOrd="0" destOrd="0" presId="urn:microsoft.com/office/officeart/2018/2/layout/IconVerticalSolidList"/>
    <dgm:cxn modelId="{B2A3DA73-25BE-4977-8C9F-31F3E122FF9D}" type="presParOf" srcId="{38AFA4FF-8495-4EFD-97DF-1B8FEB3FEF05}" destId="{E0447907-BA08-4801-8C21-39C6A91A06E2}" srcOrd="1" destOrd="0" presId="urn:microsoft.com/office/officeart/2018/2/layout/IconVerticalSolidList"/>
    <dgm:cxn modelId="{B9014147-A9A7-4A82-BAF0-B4F8541339AB}" type="presParOf" srcId="{38AFA4FF-8495-4EFD-97DF-1B8FEB3FEF05}" destId="{C24EECF2-5084-4AA1-A1B5-38B2F10A6793}" srcOrd="2" destOrd="0" presId="urn:microsoft.com/office/officeart/2018/2/layout/IconVerticalSolidList"/>
    <dgm:cxn modelId="{F28F2E58-E424-4B86-87E7-CF921378999F}" type="presParOf" srcId="{38AFA4FF-8495-4EFD-97DF-1B8FEB3FEF05}" destId="{8B1FB80C-0072-4B55-9E3A-10C7D9A5DD67}" srcOrd="3" destOrd="0" presId="urn:microsoft.com/office/officeart/2018/2/layout/IconVerticalSolidList"/>
    <dgm:cxn modelId="{FF8EE1C5-B0B9-4361-A825-2E3BDAF91611}" type="presParOf" srcId="{CD182F3A-95AF-4807-85BC-9F8C13676226}" destId="{D2FA4ACA-4FB6-44E5-A765-682314F9DE6A}" srcOrd="3" destOrd="0" presId="urn:microsoft.com/office/officeart/2018/2/layout/IconVerticalSolidList"/>
    <dgm:cxn modelId="{70788C1A-8786-49D0-9DD0-DA46CF7DBAFE}" type="presParOf" srcId="{CD182F3A-95AF-4807-85BC-9F8C13676226}" destId="{6C82C049-C4E4-487A-B228-6D67824CD5A6}" srcOrd="4" destOrd="0" presId="urn:microsoft.com/office/officeart/2018/2/layout/IconVerticalSolidList"/>
    <dgm:cxn modelId="{B9299B83-6B27-4C32-A37E-FA7DE8D84B26}" type="presParOf" srcId="{6C82C049-C4E4-487A-B228-6D67824CD5A6}" destId="{40D3FB1F-87DC-4063-A55E-2014C18CE0BD}" srcOrd="0" destOrd="0" presId="urn:microsoft.com/office/officeart/2018/2/layout/IconVerticalSolidList"/>
    <dgm:cxn modelId="{52CEA3DD-D287-4C46-AF18-EA122904D908}" type="presParOf" srcId="{6C82C049-C4E4-487A-B228-6D67824CD5A6}" destId="{AA9633F9-AD87-467C-9D9A-F68D55875879}" srcOrd="1" destOrd="0" presId="urn:microsoft.com/office/officeart/2018/2/layout/IconVerticalSolidList"/>
    <dgm:cxn modelId="{D3B3B0FD-BDB6-46EE-8A5F-21D25DB9351B}" type="presParOf" srcId="{6C82C049-C4E4-487A-B228-6D67824CD5A6}" destId="{E580A0D2-347A-47E1-95FD-CBB39F970477}" srcOrd="2" destOrd="0" presId="urn:microsoft.com/office/officeart/2018/2/layout/IconVerticalSolidList"/>
    <dgm:cxn modelId="{5CA4C05E-FECE-4AB5-91B3-8B00C99E809C}" type="presParOf" srcId="{6C82C049-C4E4-487A-B228-6D67824CD5A6}" destId="{BF2B3285-2D00-4E2D-BAF9-04F23CB34817}" srcOrd="3" destOrd="0" presId="urn:microsoft.com/office/officeart/2018/2/layout/IconVerticalSolidList"/>
    <dgm:cxn modelId="{8DFB37EB-09B0-4660-865B-3A052EF98061}" type="presParOf" srcId="{CD182F3A-95AF-4807-85BC-9F8C13676226}" destId="{83352FC6-C7AD-491D-B5C5-43835FE9E00B}" srcOrd="5" destOrd="0" presId="urn:microsoft.com/office/officeart/2018/2/layout/IconVerticalSolidList"/>
    <dgm:cxn modelId="{AC39C1B9-A98E-4025-8282-8821C679C093}" type="presParOf" srcId="{CD182F3A-95AF-4807-85BC-9F8C13676226}" destId="{AE37D091-3C07-4067-B1F3-5878A17ADBA2}" srcOrd="6" destOrd="0" presId="urn:microsoft.com/office/officeart/2018/2/layout/IconVerticalSolidList"/>
    <dgm:cxn modelId="{F6D77EF3-E4A0-4232-9CEC-098CB0456A95}" type="presParOf" srcId="{AE37D091-3C07-4067-B1F3-5878A17ADBA2}" destId="{BE6F7201-4FA5-49BD-8A34-8D6C74103436}" srcOrd="0" destOrd="0" presId="urn:microsoft.com/office/officeart/2018/2/layout/IconVerticalSolidList"/>
    <dgm:cxn modelId="{E758EDD8-094F-4ADE-BF9A-398438BDABD5}" type="presParOf" srcId="{AE37D091-3C07-4067-B1F3-5878A17ADBA2}" destId="{69357C84-F26F-44B9-B105-D343510F332A}" srcOrd="1" destOrd="0" presId="urn:microsoft.com/office/officeart/2018/2/layout/IconVerticalSolidList"/>
    <dgm:cxn modelId="{0183C9D8-86C1-40C6-94EE-562EA3E6CAAA}" type="presParOf" srcId="{AE37D091-3C07-4067-B1F3-5878A17ADBA2}" destId="{E27852D9-4DB4-4837-A2FB-7776EBB8EA0C}" srcOrd="2" destOrd="0" presId="urn:microsoft.com/office/officeart/2018/2/layout/IconVerticalSolidList"/>
    <dgm:cxn modelId="{D05ED218-B46A-453D-AD6A-BBE33886F626}" type="presParOf" srcId="{AE37D091-3C07-4067-B1F3-5878A17ADBA2}" destId="{0C46BA78-EE81-410C-B93B-F6373EF8F79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3FFD781-989C-48F5-8395-2F2D5BDD931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D05A116-983F-4A45-AB1A-7B63D3794580}">
      <dgm:prSet/>
      <dgm:spPr/>
      <dgm:t>
        <a:bodyPr/>
        <a:lstStyle/>
        <a:p>
          <a:r>
            <a:rPr lang="en-US" b="0" i="0" dirty="0"/>
            <a:t>Add journaling and therapy tools.</a:t>
          </a:r>
          <a:endParaRPr lang="en-US" dirty="0"/>
        </a:p>
      </dgm:t>
    </dgm:pt>
    <dgm:pt modelId="{B59B2AAF-415D-495B-A933-402C533382DC}" type="parTrans" cxnId="{E7F425DB-D56E-4511-8557-AA0D228451A2}">
      <dgm:prSet/>
      <dgm:spPr/>
      <dgm:t>
        <a:bodyPr/>
        <a:lstStyle/>
        <a:p>
          <a:endParaRPr lang="en-US"/>
        </a:p>
      </dgm:t>
    </dgm:pt>
    <dgm:pt modelId="{B8F8FAAF-3484-4DA8-BBFE-522862C08957}" type="sibTrans" cxnId="{E7F425DB-D56E-4511-8557-AA0D228451A2}">
      <dgm:prSet/>
      <dgm:spPr/>
      <dgm:t>
        <a:bodyPr/>
        <a:lstStyle/>
        <a:p>
          <a:endParaRPr lang="en-US"/>
        </a:p>
      </dgm:t>
    </dgm:pt>
    <dgm:pt modelId="{E1AED797-46F5-4476-BAD3-F7089CAF3443}">
      <dgm:prSet/>
      <dgm:spPr/>
      <dgm:t>
        <a:bodyPr/>
        <a:lstStyle/>
        <a:p>
          <a:r>
            <a:rPr lang="en-US" b="0" i="0" dirty="0"/>
            <a:t> Visual mood trends with graphs.</a:t>
          </a:r>
          <a:endParaRPr lang="en-US" dirty="0"/>
        </a:p>
      </dgm:t>
    </dgm:pt>
    <dgm:pt modelId="{38A74C86-7896-4FFE-8A82-2C93C5CABE80}" type="parTrans" cxnId="{4AC9257D-99B8-49E7-B84B-92FEB5F45F9B}">
      <dgm:prSet/>
      <dgm:spPr/>
      <dgm:t>
        <a:bodyPr/>
        <a:lstStyle/>
        <a:p>
          <a:endParaRPr lang="en-US"/>
        </a:p>
      </dgm:t>
    </dgm:pt>
    <dgm:pt modelId="{91BDCA0B-6CAE-43D6-BD0A-7203CAD41D02}" type="sibTrans" cxnId="{4AC9257D-99B8-49E7-B84B-92FEB5F45F9B}">
      <dgm:prSet/>
      <dgm:spPr/>
      <dgm:t>
        <a:bodyPr/>
        <a:lstStyle/>
        <a:p>
          <a:endParaRPr lang="en-US"/>
        </a:p>
      </dgm:t>
    </dgm:pt>
    <dgm:pt modelId="{D2D07A94-2B14-4A3B-8C5D-D968BF5FC745}">
      <dgm:prSet/>
      <dgm:spPr/>
      <dgm:t>
        <a:bodyPr/>
        <a:lstStyle/>
        <a:p>
          <a:r>
            <a:rPr lang="en-US" b="0" i="0" dirty="0"/>
            <a:t>Community space for shared support.</a:t>
          </a:r>
          <a:endParaRPr lang="en-US" dirty="0"/>
        </a:p>
      </dgm:t>
    </dgm:pt>
    <dgm:pt modelId="{641FB579-7266-4189-8F3F-1AB23B3E95F5}" type="parTrans" cxnId="{EDAC7DC1-6619-49D9-A7C9-64B012C10A8B}">
      <dgm:prSet/>
      <dgm:spPr/>
      <dgm:t>
        <a:bodyPr/>
        <a:lstStyle/>
        <a:p>
          <a:endParaRPr lang="en-US"/>
        </a:p>
      </dgm:t>
    </dgm:pt>
    <dgm:pt modelId="{2F0F6269-0F08-46FE-949E-892A0535270F}" type="sibTrans" cxnId="{EDAC7DC1-6619-49D9-A7C9-64B012C10A8B}">
      <dgm:prSet/>
      <dgm:spPr/>
      <dgm:t>
        <a:bodyPr/>
        <a:lstStyle/>
        <a:p>
          <a:endParaRPr lang="en-US"/>
        </a:p>
      </dgm:t>
    </dgm:pt>
    <dgm:pt modelId="{53FA4230-BD39-4D76-A381-FDC01030D55C}" type="pres">
      <dgm:prSet presAssocID="{B3FFD781-989C-48F5-8395-2F2D5BDD9315}" presName="root" presStyleCnt="0">
        <dgm:presLayoutVars>
          <dgm:dir/>
          <dgm:resizeHandles val="exact"/>
        </dgm:presLayoutVars>
      </dgm:prSet>
      <dgm:spPr/>
    </dgm:pt>
    <dgm:pt modelId="{C453B7BA-7EA7-4B0F-90FE-8583B715A295}" type="pres">
      <dgm:prSet presAssocID="{5D05A116-983F-4A45-AB1A-7B63D3794580}" presName="compNode" presStyleCnt="0"/>
      <dgm:spPr/>
    </dgm:pt>
    <dgm:pt modelId="{5C0AA6B6-C167-449E-99E1-6EBE4C55A075}" type="pres">
      <dgm:prSet presAssocID="{5D05A116-983F-4A45-AB1A-7B63D379458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A642245A-9874-4715-B1BA-A0EC29341818}" type="pres">
      <dgm:prSet presAssocID="{5D05A116-983F-4A45-AB1A-7B63D3794580}" presName="spaceRect" presStyleCnt="0"/>
      <dgm:spPr/>
    </dgm:pt>
    <dgm:pt modelId="{0DDF4D1A-3483-4A76-91F9-AE4683482AF0}" type="pres">
      <dgm:prSet presAssocID="{5D05A116-983F-4A45-AB1A-7B63D3794580}" presName="textRect" presStyleLbl="revTx" presStyleIdx="0" presStyleCnt="3">
        <dgm:presLayoutVars>
          <dgm:chMax val="1"/>
          <dgm:chPref val="1"/>
        </dgm:presLayoutVars>
      </dgm:prSet>
      <dgm:spPr/>
    </dgm:pt>
    <dgm:pt modelId="{67C45238-63E9-4D51-8FBE-D8D726462729}" type="pres">
      <dgm:prSet presAssocID="{B8F8FAAF-3484-4DA8-BBFE-522862C08957}" presName="sibTrans" presStyleCnt="0"/>
      <dgm:spPr/>
    </dgm:pt>
    <dgm:pt modelId="{CDDF345A-C571-4553-B35C-23F94F9E6A69}" type="pres">
      <dgm:prSet presAssocID="{E1AED797-46F5-4476-BAD3-F7089CAF3443}" presName="compNode" presStyleCnt="0"/>
      <dgm:spPr/>
    </dgm:pt>
    <dgm:pt modelId="{98DD358E-EDE1-429D-AE18-8051F12AB8B5}" type="pres">
      <dgm:prSet presAssocID="{E1AED797-46F5-4476-BAD3-F7089CAF344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27FE25D-9F02-4D25-928F-511E8C32008E}" type="pres">
      <dgm:prSet presAssocID="{E1AED797-46F5-4476-BAD3-F7089CAF3443}" presName="spaceRect" presStyleCnt="0"/>
      <dgm:spPr/>
    </dgm:pt>
    <dgm:pt modelId="{7F766C19-3E59-494F-9990-8A82818405DD}" type="pres">
      <dgm:prSet presAssocID="{E1AED797-46F5-4476-BAD3-F7089CAF3443}" presName="textRect" presStyleLbl="revTx" presStyleIdx="1" presStyleCnt="3">
        <dgm:presLayoutVars>
          <dgm:chMax val="1"/>
          <dgm:chPref val="1"/>
        </dgm:presLayoutVars>
      </dgm:prSet>
      <dgm:spPr/>
    </dgm:pt>
    <dgm:pt modelId="{5A8737F6-CF59-45C9-8561-65BB162F19D2}" type="pres">
      <dgm:prSet presAssocID="{91BDCA0B-6CAE-43D6-BD0A-7203CAD41D02}" presName="sibTrans" presStyleCnt="0"/>
      <dgm:spPr/>
    </dgm:pt>
    <dgm:pt modelId="{B9D3AF1B-DC2B-44FD-AB2B-EDD9E2A479AE}" type="pres">
      <dgm:prSet presAssocID="{D2D07A94-2B14-4A3B-8C5D-D968BF5FC745}" presName="compNode" presStyleCnt="0"/>
      <dgm:spPr/>
    </dgm:pt>
    <dgm:pt modelId="{7F18BD39-264A-4118-BF80-740C9BA37E3A}" type="pres">
      <dgm:prSet presAssocID="{D2D07A94-2B14-4A3B-8C5D-D968BF5FC74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A1EB7F08-5F5E-4E5B-BDB7-866813F005E1}" type="pres">
      <dgm:prSet presAssocID="{D2D07A94-2B14-4A3B-8C5D-D968BF5FC745}" presName="spaceRect" presStyleCnt="0"/>
      <dgm:spPr/>
    </dgm:pt>
    <dgm:pt modelId="{6DAE17B3-104C-460F-8F66-683C239CD3AB}" type="pres">
      <dgm:prSet presAssocID="{D2D07A94-2B14-4A3B-8C5D-D968BF5FC74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408F71E-5E98-4FB9-BD0F-A2BE26255382}" type="presOf" srcId="{D2D07A94-2B14-4A3B-8C5D-D968BF5FC745}" destId="{6DAE17B3-104C-460F-8F66-683C239CD3AB}" srcOrd="0" destOrd="0" presId="urn:microsoft.com/office/officeart/2018/2/layout/IconLabelList"/>
    <dgm:cxn modelId="{4AC9257D-99B8-49E7-B84B-92FEB5F45F9B}" srcId="{B3FFD781-989C-48F5-8395-2F2D5BDD9315}" destId="{E1AED797-46F5-4476-BAD3-F7089CAF3443}" srcOrd="1" destOrd="0" parTransId="{38A74C86-7896-4FFE-8A82-2C93C5CABE80}" sibTransId="{91BDCA0B-6CAE-43D6-BD0A-7203CAD41D02}"/>
    <dgm:cxn modelId="{4B9752B7-D1FA-4AF2-83D6-3EA1364CD876}" type="presOf" srcId="{B3FFD781-989C-48F5-8395-2F2D5BDD9315}" destId="{53FA4230-BD39-4D76-A381-FDC01030D55C}" srcOrd="0" destOrd="0" presId="urn:microsoft.com/office/officeart/2018/2/layout/IconLabelList"/>
    <dgm:cxn modelId="{EDAC7DC1-6619-49D9-A7C9-64B012C10A8B}" srcId="{B3FFD781-989C-48F5-8395-2F2D5BDD9315}" destId="{D2D07A94-2B14-4A3B-8C5D-D968BF5FC745}" srcOrd="2" destOrd="0" parTransId="{641FB579-7266-4189-8F3F-1AB23B3E95F5}" sibTransId="{2F0F6269-0F08-46FE-949E-892A0535270F}"/>
    <dgm:cxn modelId="{B6348ED7-1E5A-494F-8895-3517C9F74D10}" type="presOf" srcId="{E1AED797-46F5-4476-BAD3-F7089CAF3443}" destId="{7F766C19-3E59-494F-9990-8A82818405DD}" srcOrd="0" destOrd="0" presId="urn:microsoft.com/office/officeart/2018/2/layout/IconLabelList"/>
    <dgm:cxn modelId="{E7F425DB-D56E-4511-8557-AA0D228451A2}" srcId="{B3FFD781-989C-48F5-8395-2F2D5BDD9315}" destId="{5D05A116-983F-4A45-AB1A-7B63D3794580}" srcOrd="0" destOrd="0" parTransId="{B59B2AAF-415D-495B-A933-402C533382DC}" sibTransId="{B8F8FAAF-3484-4DA8-BBFE-522862C08957}"/>
    <dgm:cxn modelId="{262212F9-44C4-4262-AC9C-DA955A0F4A3E}" type="presOf" srcId="{5D05A116-983F-4A45-AB1A-7B63D3794580}" destId="{0DDF4D1A-3483-4A76-91F9-AE4683482AF0}" srcOrd="0" destOrd="0" presId="urn:microsoft.com/office/officeart/2018/2/layout/IconLabelList"/>
    <dgm:cxn modelId="{EFC8A360-56E5-4835-8551-8E27EA10D347}" type="presParOf" srcId="{53FA4230-BD39-4D76-A381-FDC01030D55C}" destId="{C453B7BA-7EA7-4B0F-90FE-8583B715A295}" srcOrd="0" destOrd="0" presId="urn:microsoft.com/office/officeart/2018/2/layout/IconLabelList"/>
    <dgm:cxn modelId="{B19189D5-BFF9-4423-A833-28195F6E24CB}" type="presParOf" srcId="{C453B7BA-7EA7-4B0F-90FE-8583B715A295}" destId="{5C0AA6B6-C167-449E-99E1-6EBE4C55A075}" srcOrd="0" destOrd="0" presId="urn:microsoft.com/office/officeart/2018/2/layout/IconLabelList"/>
    <dgm:cxn modelId="{4D9516C6-7D18-4E62-9F7C-5F3C413E8320}" type="presParOf" srcId="{C453B7BA-7EA7-4B0F-90FE-8583B715A295}" destId="{A642245A-9874-4715-B1BA-A0EC29341818}" srcOrd="1" destOrd="0" presId="urn:microsoft.com/office/officeart/2018/2/layout/IconLabelList"/>
    <dgm:cxn modelId="{14226137-77E7-4D3D-891E-B3C7CFD67CC1}" type="presParOf" srcId="{C453B7BA-7EA7-4B0F-90FE-8583B715A295}" destId="{0DDF4D1A-3483-4A76-91F9-AE4683482AF0}" srcOrd="2" destOrd="0" presId="urn:microsoft.com/office/officeart/2018/2/layout/IconLabelList"/>
    <dgm:cxn modelId="{BB17ACCD-1566-4D31-8CDA-767046793306}" type="presParOf" srcId="{53FA4230-BD39-4D76-A381-FDC01030D55C}" destId="{67C45238-63E9-4D51-8FBE-D8D726462729}" srcOrd="1" destOrd="0" presId="urn:microsoft.com/office/officeart/2018/2/layout/IconLabelList"/>
    <dgm:cxn modelId="{0C40376B-0D36-4BE8-86FF-EDEC77DB59F7}" type="presParOf" srcId="{53FA4230-BD39-4D76-A381-FDC01030D55C}" destId="{CDDF345A-C571-4553-B35C-23F94F9E6A69}" srcOrd="2" destOrd="0" presId="urn:microsoft.com/office/officeart/2018/2/layout/IconLabelList"/>
    <dgm:cxn modelId="{A1094ABA-B1BA-4515-ABC4-EDCC7C186D73}" type="presParOf" srcId="{CDDF345A-C571-4553-B35C-23F94F9E6A69}" destId="{98DD358E-EDE1-429D-AE18-8051F12AB8B5}" srcOrd="0" destOrd="0" presId="urn:microsoft.com/office/officeart/2018/2/layout/IconLabelList"/>
    <dgm:cxn modelId="{5E8E1D42-69F8-464B-BE33-1C898C4009A5}" type="presParOf" srcId="{CDDF345A-C571-4553-B35C-23F94F9E6A69}" destId="{027FE25D-9F02-4D25-928F-511E8C32008E}" srcOrd="1" destOrd="0" presId="urn:microsoft.com/office/officeart/2018/2/layout/IconLabelList"/>
    <dgm:cxn modelId="{00B96ABB-ED73-4ADB-B354-C7D6EDB383D0}" type="presParOf" srcId="{CDDF345A-C571-4553-B35C-23F94F9E6A69}" destId="{7F766C19-3E59-494F-9990-8A82818405DD}" srcOrd="2" destOrd="0" presId="urn:microsoft.com/office/officeart/2018/2/layout/IconLabelList"/>
    <dgm:cxn modelId="{69939CBD-95FA-4AD7-BDB1-05C6DD9524D7}" type="presParOf" srcId="{53FA4230-BD39-4D76-A381-FDC01030D55C}" destId="{5A8737F6-CF59-45C9-8561-65BB162F19D2}" srcOrd="3" destOrd="0" presId="urn:microsoft.com/office/officeart/2018/2/layout/IconLabelList"/>
    <dgm:cxn modelId="{83058272-860B-41FE-A448-2FADFDAD8422}" type="presParOf" srcId="{53FA4230-BD39-4D76-A381-FDC01030D55C}" destId="{B9D3AF1B-DC2B-44FD-AB2B-EDD9E2A479AE}" srcOrd="4" destOrd="0" presId="urn:microsoft.com/office/officeart/2018/2/layout/IconLabelList"/>
    <dgm:cxn modelId="{51B58F13-C8A5-4E36-B7B6-0A958F6B6948}" type="presParOf" srcId="{B9D3AF1B-DC2B-44FD-AB2B-EDD9E2A479AE}" destId="{7F18BD39-264A-4118-BF80-740C9BA37E3A}" srcOrd="0" destOrd="0" presId="urn:microsoft.com/office/officeart/2018/2/layout/IconLabelList"/>
    <dgm:cxn modelId="{BC403A04-7BD0-4288-8D13-3AE60F2BE7DE}" type="presParOf" srcId="{B9D3AF1B-DC2B-44FD-AB2B-EDD9E2A479AE}" destId="{A1EB7F08-5F5E-4E5B-BDB7-866813F005E1}" srcOrd="1" destOrd="0" presId="urn:microsoft.com/office/officeart/2018/2/layout/IconLabelList"/>
    <dgm:cxn modelId="{3770FFAF-043C-4304-B13F-355AF6274744}" type="presParOf" srcId="{B9D3AF1B-DC2B-44FD-AB2B-EDD9E2A479AE}" destId="{6DAE17B3-104C-460F-8F66-683C239CD3A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B13FDEB-7EAA-49B9-92EB-E1D0C130A29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31157AB-ECE9-4A0F-ACC8-4AFA3DCEFA1B}">
      <dgm:prSet/>
      <dgm:spPr/>
      <dgm:t>
        <a:bodyPr/>
        <a:lstStyle/>
        <a:p>
          <a:r>
            <a:rPr lang="en-US" b="0" i="0"/>
            <a:t>“This app could save someone’s day – or even their life.”</a:t>
          </a:r>
          <a:endParaRPr lang="en-US"/>
        </a:p>
      </dgm:t>
    </dgm:pt>
    <dgm:pt modelId="{AED91C93-954C-4C8A-BF57-8987E798B7DB}" type="parTrans" cxnId="{FA5D064B-BFDC-4C09-8072-7FA08C29EE09}">
      <dgm:prSet/>
      <dgm:spPr/>
      <dgm:t>
        <a:bodyPr/>
        <a:lstStyle/>
        <a:p>
          <a:endParaRPr lang="en-US"/>
        </a:p>
      </dgm:t>
    </dgm:pt>
    <dgm:pt modelId="{4F60865E-2DF2-4B52-A739-7E28ABA0B543}" type="sibTrans" cxnId="{FA5D064B-BFDC-4C09-8072-7FA08C29EE09}">
      <dgm:prSet/>
      <dgm:spPr/>
      <dgm:t>
        <a:bodyPr/>
        <a:lstStyle/>
        <a:p>
          <a:endParaRPr lang="en-US"/>
        </a:p>
      </dgm:t>
    </dgm:pt>
    <dgm:pt modelId="{8C766487-DD88-4A38-98AE-63B8DE4D3F49}">
      <dgm:prSet/>
      <dgm:spPr/>
      <dgm:t>
        <a:bodyPr/>
        <a:lstStyle/>
        <a:p>
          <a:r>
            <a:rPr lang="en-US" b="0" i="0"/>
            <a:t>Turning personal pain into a tool for healing.</a:t>
          </a:r>
          <a:endParaRPr lang="en-US"/>
        </a:p>
      </dgm:t>
    </dgm:pt>
    <dgm:pt modelId="{3DC33DD5-0811-4D27-AFD1-81AEFB7F7AA3}" type="parTrans" cxnId="{8EB3CE8D-67B0-40DD-B470-8EA9C468A57A}">
      <dgm:prSet/>
      <dgm:spPr/>
      <dgm:t>
        <a:bodyPr/>
        <a:lstStyle/>
        <a:p>
          <a:endParaRPr lang="en-US"/>
        </a:p>
      </dgm:t>
    </dgm:pt>
    <dgm:pt modelId="{6DE4E10B-DD9B-499C-A48F-D5962E367D34}" type="sibTrans" cxnId="{8EB3CE8D-67B0-40DD-B470-8EA9C468A57A}">
      <dgm:prSet/>
      <dgm:spPr/>
      <dgm:t>
        <a:bodyPr/>
        <a:lstStyle/>
        <a:p>
          <a:endParaRPr lang="en-US"/>
        </a:p>
      </dgm:t>
    </dgm:pt>
    <dgm:pt modelId="{A9B33F36-15EF-4C21-8D5B-58D190CDF57E}">
      <dgm:prSet/>
      <dgm:spPr/>
      <dgm:t>
        <a:bodyPr/>
        <a:lstStyle/>
        <a:p>
          <a:r>
            <a:rPr lang="en-US" b="0" i="0"/>
            <a:t>Encouraging daily emotional awareness.</a:t>
          </a:r>
          <a:endParaRPr lang="en-US"/>
        </a:p>
      </dgm:t>
    </dgm:pt>
    <dgm:pt modelId="{7918CF62-6EB4-4873-9CCC-CE71049C9C71}" type="parTrans" cxnId="{39620333-8B79-40FB-861B-9B241C04BAC8}">
      <dgm:prSet/>
      <dgm:spPr/>
      <dgm:t>
        <a:bodyPr/>
        <a:lstStyle/>
        <a:p>
          <a:endParaRPr lang="en-US"/>
        </a:p>
      </dgm:t>
    </dgm:pt>
    <dgm:pt modelId="{2BFFBD22-1434-47A1-8DE7-F84A79AD4C04}" type="sibTrans" cxnId="{39620333-8B79-40FB-861B-9B241C04BAC8}">
      <dgm:prSet/>
      <dgm:spPr/>
      <dgm:t>
        <a:bodyPr/>
        <a:lstStyle/>
        <a:p>
          <a:endParaRPr lang="en-US"/>
        </a:p>
      </dgm:t>
    </dgm:pt>
    <dgm:pt modelId="{F15F62BC-A2F5-4BAE-8723-4EAAA768C2BC}" type="pres">
      <dgm:prSet presAssocID="{6B13FDEB-7EAA-49B9-92EB-E1D0C130A296}" presName="root" presStyleCnt="0">
        <dgm:presLayoutVars>
          <dgm:dir/>
          <dgm:resizeHandles val="exact"/>
        </dgm:presLayoutVars>
      </dgm:prSet>
      <dgm:spPr/>
    </dgm:pt>
    <dgm:pt modelId="{42EB4962-2116-4688-8AE1-91C685CDAA07}" type="pres">
      <dgm:prSet presAssocID="{231157AB-ECE9-4A0F-ACC8-4AFA3DCEFA1B}" presName="compNode" presStyleCnt="0"/>
      <dgm:spPr/>
    </dgm:pt>
    <dgm:pt modelId="{ADEE998E-6559-45F4-BF13-11CF0932964B}" type="pres">
      <dgm:prSet presAssocID="{231157AB-ECE9-4A0F-ACC8-4AFA3DCEFA1B}" presName="bgRect" presStyleLbl="bgShp" presStyleIdx="0" presStyleCnt="3"/>
      <dgm:spPr/>
    </dgm:pt>
    <dgm:pt modelId="{7B93085B-F906-4694-97CF-7DE4A797F2A6}" type="pres">
      <dgm:prSet presAssocID="{231157AB-ECE9-4A0F-ACC8-4AFA3DCEFA1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832EDED7-CB24-484E-A1C0-0F3D7E4D6BF2}" type="pres">
      <dgm:prSet presAssocID="{231157AB-ECE9-4A0F-ACC8-4AFA3DCEFA1B}" presName="spaceRect" presStyleCnt="0"/>
      <dgm:spPr/>
    </dgm:pt>
    <dgm:pt modelId="{2F1D7BD3-D39B-4D35-883C-4A5FEC7C951B}" type="pres">
      <dgm:prSet presAssocID="{231157AB-ECE9-4A0F-ACC8-4AFA3DCEFA1B}" presName="parTx" presStyleLbl="revTx" presStyleIdx="0" presStyleCnt="3">
        <dgm:presLayoutVars>
          <dgm:chMax val="0"/>
          <dgm:chPref val="0"/>
        </dgm:presLayoutVars>
      </dgm:prSet>
      <dgm:spPr/>
    </dgm:pt>
    <dgm:pt modelId="{6F0F8219-02BA-4167-A466-B9955038941E}" type="pres">
      <dgm:prSet presAssocID="{4F60865E-2DF2-4B52-A739-7E28ABA0B543}" presName="sibTrans" presStyleCnt="0"/>
      <dgm:spPr/>
    </dgm:pt>
    <dgm:pt modelId="{FA6731A8-0B0B-429B-BCCF-1A2CE9E16A41}" type="pres">
      <dgm:prSet presAssocID="{8C766487-DD88-4A38-98AE-63B8DE4D3F49}" presName="compNode" presStyleCnt="0"/>
      <dgm:spPr/>
    </dgm:pt>
    <dgm:pt modelId="{E5D4C695-DE6D-47FB-8343-ADA2DB4604BC}" type="pres">
      <dgm:prSet presAssocID="{8C766487-DD88-4A38-98AE-63B8DE4D3F49}" presName="bgRect" presStyleLbl="bgShp" presStyleIdx="1" presStyleCnt="3"/>
      <dgm:spPr/>
    </dgm:pt>
    <dgm:pt modelId="{6C658AE1-1254-43EE-B794-4A23E8F15A75}" type="pres">
      <dgm:prSet presAssocID="{8C766487-DD88-4A38-98AE-63B8DE4D3F4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cket knife"/>
        </a:ext>
      </dgm:extLst>
    </dgm:pt>
    <dgm:pt modelId="{77100EB9-681B-4908-ADDA-178ACDF2BDA6}" type="pres">
      <dgm:prSet presAssocID="{8C766487-DD88-4A38-98AE-63B8DE4D3F49}" presName="spaceRect" presStyleCnt="0"/>
      <dgm:spPr/>
    </dgm:pt>
    <dgm:pt modelId="{E741D298-4069-48A3-83AD-917B01BFA066}" type="pres">
      <dgm:prSet presAssocID="{8C766487-DD88-4A38-98AE-63B8DE4D3F49}" presName="parTx" presStyleLbl="revTx" presStyleIdx="1" presStyleCnt="3">
        <dgm:presLayoutVars>
          <dgm:chMax val="0"/>
          <dgm:chPref val="0"/>
        </dgm:presLayoutVars>
      </dgm:prSet>
      <dgm:spPr/>
    </dgm:pt>
    <dgm:pt modelId="{FC6CB783-5B09-4020-908C-B27F0BF21EF3}" type="pres">
      <dgm:prSet presAssocID="{6DE4E10B-DD9B-499C-A48F-D5962E367D34}" presName="sibTrans" presStyleCnt="0"/>
      <dgm:spPr/>
    </dgm:pt>
    <dgm:pt modelId="{3FD8FF10-74F7-4F1E-A535-04613B50FCD2}" type="pres">
      <dgm:prSet presAssocID="{A9B33F36-15EF-4C21-8D5B-58D190CDF57E}" presName="compNode" presStyleCnt="0"/>
      <dgm:spPr/>
    </dgm:pt>
    <dgm:pt modelId="{923BD609-1877-4C0A-B2DB-5ECEF337EF14}" type="pres">
      <dgm:prSet presAssocID="{A9B33F36-15EF-4C21-8D5B-58D190CDF57E}" presName="bgRect" presStyleLbl="bgShp" presStyleIdx="2" presStyleCnt="3"/>
      <dgm:spPr/>
    </dgm:pt>
    <dgm:pt modelId="{2008BAEA-6B3E-4EAC-AD81-F208701A8471}" type="pres">
      <dgm:prSet presAssocID="{A9B33F36-15EF-4C21-8D5B-58D190CDF57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9BD46188-F042-4A5B-8DF5-38B2A4AA211C}" type="pres">
      <dgm:prSet presAssocID="{A9B33F36-15EF-4C21-8D5B-58D190CDF57E}" presName="spaceRect" presStyleCnt="0"/>
      <dgm:spPr/>
    </dgm:pt>
    <dgm:pt modelId="{3F04E3B0-D6CD-4DBD-8E12-357D6A45A0C6}" type="pres">
      <dgm:prSet presAssocID="{A9B33F36-15EF-4C21-8D5B-58D190CDF57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6CD2329-C985-4DFA-B83D-A7043541C59A}" type="presOf" srcId="{8C766487-DD88-4A38-98AE-63B8DE4D3F49}" destId="{E741D298-4069-48A3-83AD-917B01BFA066}" srcOrd="0" destOrd="0" presId="urn:microsoft.com/office/officeart/2018/2/layout/IconVerticalSolidList"/>
    <dgm:cxn modelId="{39620333-8B79-40FB-861B-9B241C04BAC8}" srcId="{6B13FDEB-7EAA-49B9-92EB-E1D0C130A296}" destId="{A9B33F36-15EF-4C21-8D5B-58D190CDF57E}" srcOrd="2" destOrd="0" parTransId="{7918CF62-6EB4-4873-9CCC-CE71049C9C71}" sibTransId="{2BFFBD22-1434-47A1-8DE7-F84A79AD4C04}"/>
    <dgm:cxn modelId="{FA5D064B-BFDC-4C09-8072-7FA08C29EE09}" srcId="{6B13FDEB-7EAA-49B9-92EB-E1D0C130A296}" destId="{231157AB-ECE9-4A0F-ACC8-4AFA3DCEFA1B}" srcOrd="0" destOrd="0" parTransId="{AED91C93-954C-4C8A-BF57-8987E798B7DB}" sibTransId="{4F60865E-2DF2-4B52-A739-7E28ABA0B543}"/>
    <dgm:cxn modelId="{D939AF4F-C6B0-4157-943D-F28CB32A58F6}" type="presOf" srcId="{231157AB-ECE9-4A0F-ACC8-4AFA3DCEFA1B}" destId="{2F1D7BD3-D39B-4D35-883C-4A5FEC7C951B}" srcOrd="0" destOrd="0" presId="urn:microsoft.com/office/officeart/2018/2/layout/IconVerticalSolidList"/>
    <dgm:cxn modelId="{8EB3CE8D-67B0-40DD-B470-8EA9C468A57A}" srcId="{6B13FDEB-7EAA-49B9-92EB-E1D0C130A296}" destId="{8C766487-DD88-4A38-98AE-63B8DE4D3F49}" srcOrd="1" destOrd="0" parTransId="{3DC33DD5-0811-4D27-AFD1-81AEFB7F7AA3}" sibTransId="{6DE4E10B-DD9B-499C-A48F-D5962E367D34}"/>
    <dgm:cxn modelId="{A2B3D18E-0F0F-4FC3-A31E-90C3535D941C}" type="presOf" srcId="{A9B33F36-15EF-4C21-8D5B-58D190CDF57E}" destId="{3F04E3B0-D6CD-4DBD-8E12-357D6A45A0C6}" srcOrd="0" destOrd="0" presId="urn:microsoft.com/office/officeart/2018/2/layout/IconVerticalSolidList"/>
    <dgm:cxn modelId="{E18FDD9F-45E7-42D9-8EA1-DD8D9A4B0129}" type="presOf" srcId="{6B13FDEB-7EAA-49B9-92EB-E1D0C130A296}" destId="{F15F62BC-A2F5-4BAE-8723-4EAAA768C2BC}" srcOrd="0" destOrd="0" presId="urn:microsoft.com/office/officeart/2018/2/layout/IconVerticalSolidList"/>
    <dgm:cxn modelId="{7170A1D2-A544-4708-97AC-A3CDEE4D0D09}" type="presParOf" srcId="{F15F62BC-A2F5-4BAE-8723-4EAAA768C2BC}" destId="{42EB4962-2116-4688-8AE1-91C685CDAA07}" srcOrd="0" destOrd="0" presId="urn:microsoft.com/office/officeart/2018/2/layout/IconVerticalSolidList"/>
    <dgm:cxn modelId="{9C5F889C-E986-4D95-A894-E7A2DE277B91}" type="presParOf" srcId="{42EB4962-2116-4688-8AE1-91C685CDAA07}" destId="{ADEE998E-6559-45F4-BF13-11CF0932964B}" srcOrd="0" destOrd="0" presId="urn:microsoft.com/office/officeart/2018/2/layout/IconVerticalSolidList"/>
    <dgm:cxn modelId="{2DEE9B0E-2AA9-420C-B046-DDC89EE74678}" type="presParOf" srcId="{42EB4962-2116-4688-8AE1-91C685CDAA07}" destId="{7B93085B-F906-4694-97CF-7DE4A797F2A6}" srcOrd="1" destOrd="0" presId="urn:microsoft.com/office/officeart/2018/2/layout/IconVerticalSolidList"/>
    <dgm:cxn modelId="{1ABF7A41-1E65-42CB-84CA-4B9B583A4576}" type="presParOf" srcId="{42EB4962-2116-4688-8AE1-91C685CDAA07}" destId="{832EDED7-CB24-484E-A1C0-0F3D7E4D6BF2}" srcOrd="2" destOrd="0" presId="urn:microsoft.com/office/officeart/2018/2/layout/IconVerticalSolidList"/>
    <dgm:cxn modelId="{3D3E97A4-6D73-4D26-B4B4-C1B5567E64EE}" type="presParOf" srcId="{42EB4962-2116-4688-8AE1-91C685CDAA07}" destId="{2F1D7BD3-D39B-4D35-883C-4A5FEC7C951B}" srcOrd="3" destOrd="0" presId="urn:microsoft.com/office/officeart/2018/2/layout/IconVerticalSolidList"/>
    <dgm:cxn modelId="{129EF94E-2ACE-45BE-8A88-31F618EDBFAC}" type="presParOf" srcId="{F15F62BC-A2F5-4BAE-8723-4EAAA768C2BC}" destId="{6F0F8219-02BA-4167-A466-B9955038941E}" srcOrd="1" destOrd="0" presId="urn:microsoft.com/office/officeart/2018/2/layout/IconVerticalSolidList"/>
    <dgm:cxn modelId="{AF8D398B-4141-4556-8368-82B09FCD91E5}" type="presParOf" srcId="{F15F62BC-A2F5-4BAE-8723-4EAAA768C2BC}" destId="{FA6731A8-0B0B-429B-BCCF-1A2CE9E16A41}" srcOrd="2" destOrd="0" presId="urn:microsoft.com/office/officeart/2018/2/layout/IconVerticalSolidList"/>
    <dgm:cxn modelId="{7879F1BB-537F-4E1F-9181-D5F29D3CE41D}" type="presParOf" srcId="{FA6731A8-0B0B-429B-BCCF-1A2CE9E16A41}" destId="{E5D4C695-DE6D-47FB-8343-ADA2DB4604BC}" srcOrd="0" destOrd="0" presId="urn:microsoft.com/office/officeart/2018/2/layout/IconVerticalSolidList"/>
    <dgm:cxn modelId="{83998EE8-24B9-4529-A25D-D4D6BA0BA03B}" type="presParOf" srcId="{FA6731A8-0B0B-429B-BCCF-1A2CE9E16A41}" destId="{6C658AE1-1254-43EE-B794-4A23E8F15A75}" srcOrd="1" destOrd="0" presId="urn:microsoft.com/office/officeart/2018/2/layout/IconVerticalSolidList"/>
    <dgm:cxn modelId="{03C72C1C-6EB4-473F-AFED-2DC6F3BA0928}" type="presParOf" srcId="{FA6731A8-0B0B-429B-BCCF-1A2CE9E16A41}" destId="{77100EB9-681B-4908-ADDA-178ACDF2BDA6}" srcOrd="2" destOrd="0" presId="urn:microsoft.com/office/officeart/2018/2/layout/IconVerticalSolidList"/>
    <dgm:cxn modelId="{7BE8EF8C-4854-478C-AD5E-A973076CF630}" type="presParOf" srcId="{FA6731A8-0B0B-429B-BCCF-1A2CE9E16A41}" destId="{E741D298-4069-48A3-83AD-917B01BFA066}" srcOrd="3" destOrd="0" presId="urn:microsoft.com/office/officeart/2018/2/layout/IconVerticalSolidList"/>
    <dgm:cxn modelId="{9917700C-24E1-4AA6-AE77-E48E8F1585AD}" type="presParOf" srcId="{F15F62BC-A2F5-4BAE-8723-4EAAA768C2BC}" destId="{FC6CB783-5B09-4020-908C-B27F0BF21EF3}" srcOrd="3" destOrd="0" presId="urn:microsoft.com/office/officeart/2018/2/layout/IconVerticalSolidList"/>
    <dgm:cxn modelId="{2D5E378C-6F8A-458D-AA6E-2303E7F4146D}" type="presParOf" srcId="{F15F62BC-A2F5-4BAE-8723-4EAAA768C2BC}" destId="{3FD8FF10-74F7-4F1E-A535-04613B50FCD2}" srcOrd="4" destOrd="0" presId="urn:microsoft.com/office/officeart/2018/2/layout/IconVerticalSolidList"/>
    <dgm:cxn modelId="{8AC0F726-4A2B-421B-990E-554A74A6286E}" type="presParOf" srcId="{3FD8FF10-74F7-4F1E-A535-04613B50FCD2}" destId="{923BD609-1877-4C0A-B2DB-5ECEF337EF14}" srcOrd="0" destOrd="0" presId="urn:microsoft.com/office/officeart/2018/2/layout/IconVerticalSolidList"/>
    <dgm:cxn modelId="{49F8CA0A-79C7-4BB5-9482-82356EAC6AE5}" type="presParOf" srcId="{3FD8FF10-74F7-4F1E-A535-04613B50FCD2}" destId="{2008BAEA-6B3E-4EAC-AD81-F208701A8471}" srcOrd="1" destOrd="0" presId="urn:microsoft.com/office/officeart/2018/2/layout/IconVerticalSolidList"/>
    <dgm:cxn modelId="{16AFCB82-CAEE-4E9F-A9D8-D613A3CA5B31}" type="presParOf" srcId="{3FD8FF10-74F7-4F1E-A535-04613B50FCD2}" destId="{9BD46188-F042-4A5B-8DF5-38B2A4AA211C}" srcOrd="2" destOrd="0" presId="urn:microsoft.com/office/officeart/2018/2/layout/IconVerticalSolidList"/>
    <dgm:cxn modelId="{897749D5-0768-4697-B35E-8097F0D4DF1F}" type="presParOf" srcId="{3FD8FF10-74F7-4F1E-A535-04613B50FCD2}" destId="{3F04E3B0-D6CD-4DBD-8E12-357D6A45A0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D5100A-B5EF-4A5D-AA64-C59296A11985}">
      <dsp:nvSpPr>
        <dsp:cNvPr id="0" name=""/>
        <dsp:cNvSpPr/>
      </dsp:nvSpPr>
      <dsp:spPr>
        <a:xfrm>
          <a:off x="0" y="132177"/>
          <a:ext cx="2255949" cy="315832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883" tIns="330200" rIns="17588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Many individuals, especially teens, struggle silently with emotions.</a:t>
          </a:r>
          <a:endParaRPr lang="en-US" sz="1800" kern="1200" dirty="0"/>
        </a:p>
      </dsp:txBody>
      <dsp:txXfrm>
        <a:off x="0" y="1332342"/>
        <a:ext cx="2255949" cy="1894997"/>
      </dsp:txXfrm>
    </dsp:sp>
    <dsp:sp modelId="{2B0B56DC-9E50-4061-8184-A098CFD586CF}">
      <dsp:nvSpPr>
        <dsp:cNvPr id="0" name=""/>
        <dsp:cNvSpPr/>
      </dsp:nvSpPr>
      <dsp:spPr>
        <a:xfrm>
          <a:off x="654225" y="448010"/>
          <a:ext cx="947498" cy="9474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871" tIns="12700" rIns="73871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1</a:t>
          </a:r>
        </a:p>
      </dsp:txBody>
      <dsp:txXfrm>
        <a:off x="792983" y="586768"/>
        <a:ext cx="669982" cy="669982"/>
      </dsp:txXfrm>
    </dsp:sp>
    <dsp:sp modelId="{0FEB73FE-92F5-4077-A857-09584B5F1006}">
      <dsp:nvSpPr>
        <dsp:cNvPr id="0" name=""/>
        <dsp:cNvSpPr/>
      </dsp:nvSpPr>
      <dsp:spPr>
        <a:xfrm>
          <a:off x="0" y="3290433"/>
          <a:ext cx="2255949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F417F59-35A3-44F5-BFCE-952A08721631}">
      <dsp:nvSpPr>
        <dsp:cNvPr id="0" name=""/>
        <dsp:cNvSpPr/>
      </dsp:nvSpPr>
      <dsp:spPr>
        <a:xfrm>
          <a:off x="2481543" y="132177"/>
          <a:ext cx="2255949" cy="315832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883" tIns="330200" rIns="17588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 Depression often develops gradually and goes unnoticed.</a:t>
          </a:r>
          <a:endParaRPr lang="en-US" sz="1800" kern="1200" dirty="0"/>
        </a:p>
      </dsp:txBody>
      <dsp:txXfrm>
        <a:off x="2481543" y="1332342"/>
        <a:ext cx="2255949" cy="1894997"/>
      </dsp:txXfrm>
    </dsp:sp>
    <dsp:sp modelId="{E4D8E639-9B98-48F0-B725-A890BD647728}">
      <dsp:nvSpPr>
        <dsp:cNvPr id="0" name=""/>
        <dsp:cNvSpPr/>
      </dsp:nvSpPr>
      <dsp:spPr>
        <a:xfrm>
          <a:off x="3135769" y="448010"/>
          <a:ext cx="947498" cy="9474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871" tIns="12700" rIns="73871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2</a:t>
          </a:r>
        </a:p>
      </dsp:txBody>
      <dsp:txXfrm>
        <a:off x="3274527" y="586768"/>
        <a:ext cx="669982" cy="669982"/>
      </dsp:txXfrm>
    </dsp:sp>
    <dsp:sp modelId="{F4AD9F97-F9D8-40C6-B185-03BDA531075B}">
      <dsp:nvSpPr>
        <dsp:cNvPr id="0" name=""/>
        <dsp:cNvSpPr/>
      </dsp:nvSpPr>
      <dsp:spPr>
        <a:xfrm>
          <a:off x="2481543" y="3290433"/>
          <a:ext cx="2255949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4EF32B-1716-4B3C-8931-9F59618111AC}">
      <dsp:nvSpPr>
        <dsp:cNvPr id="0" name=""/>
        <dsp:cNvSpPr/>
      </dsp:nvSpPr>
      <dsp:spPr>
        <a:xfrm>
          <a:off x="4963087" y="132177"/>
          <a:ext cx="2255949" cy="315832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883" tIns="330200" rIns="17588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Early detection through mood tracking can help.</a:t>
          </a:r>
          <a:endParaRPr lang="en-US" sz="1800" kern="1200" dirty="0"/>
        </a:p>
      </dsp:txBody>
      <dsp:txXfrm>
        <a:off x="4963087" y="1332342"/>
        <a:ext cx="2255949" cy="1894997"/>
      </dsp:txXfrm>
    </dsp:sp>
    <dsp:sp modelId="{BEAF3839-73C5-4345-952C-59800C03225B}">
      <dsp:nvSpPr>
        <dsp:cNvPr id="0" name=""/>
        <dsp:cNvSpPr/>
      </dsp:nvSpPr>
      <dsp:spPr>
        <a:xfrm>
          <a:off x="5617313" y="448010"/>
          <a:ext cx="947498" cy="94749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3871" tIns="12700" rIns="73871" bIns="1270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3</a:t>
          </a:r>
        </a:p>
      </dsp:txBody>
      <dsp:txXfrm>
        <a:off x="5756071" y="586768"/>
        <a:ext cx="669982" cy="669982"/>
      </dsp:txXfrm>
    </dsp:sp>
    <dsp:sp modelId="{462FF9B4-235B-4FB4-A24D-3E7F7502A3AB}">
      <dsp:nvSpPr>
        <dsp:cNvPr id="0" name=""/>
        <dsp:cNvSpPr/>
      </dsp:nvSpPr>
      <dsp:spPr>
        <a:xfrm>
          <a:off x="4963087" y="3290433"/>
          <a:ext cx="2255949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53D7F6-1CCD-4ADE-80C1-DBEAC06BF091}">
      <dsp:nvSpPr>
        <dsp:cNvPr id="0" name=""/>
        <dsp:cNvSpPr/>
      </dsp:nvSpPr>
      <dsp:spPr>
        <a:xfrm>
          <a:off x="0" y="0"/>
          <a:ext cx="6136181" cy="10268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After losing my mother, I experienced deep depression.</a:t>
          </a:r>
          <a:endParaRPr lang="en-US" sz="2500" kern="1200" dirty="0"/>
        </a:p>
      </dsp:txBody>
      <dsp:txXfrm>
        <a:off x="30074" y="30074"/>
        <a:ext cx="5028179" cy="966656"/>
      </dsp:txXfrm>
    </dsp:sp>
    <dsp:sp modelId="{6F1B6D6A-747D-4FA9-BB58-B65C01D1C9BB}">
      <dsp:nvSpPr>
        <dsp:cNvPr id="0" name=""/>
        <dsp:cNvSpPr/>
      </dsp:nvSpPr>
      <dsp:spPr>
        <a:xfrm>
          <a:off x="541427" y="1197939"/>
          <a:ext cx="6136181" cy="102680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Therapy taught me to track my feelings daily.</a:t>
          </a:r>
          <a:endParaRPr lang="en-US" sz="2500" kern="1200" dirty="0"/>
        </a:p>
      </dsp:txBody>
      <dsp:txXfrm>
        <a:off x="571501" y="1228013"/>
        <a:ext cx="4867182" cy="966656"/>
      </dsp:txXfrm>
    </dsp:sp>
    <dsp:sp modelId="{E94D4A0F-B865-414E-9C59-B37728CAA879}">
      <dsp:nvSpPr>
        <dsp:cNvPr id="0" name=""/>
        <dsp:cNvSpPr/>
      </dsp:nvSpPr>
      <dsp:spPr>
        <a:xfrm>
          <a:off x="1082855" y="2395878"/>
          <a:ext cx="6136181" cy="102680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Quotes from Mother Teresa gave me strength.</a:t>
          </a:r>
          <a:endParaRPr lang="en-US" sz="2500" kern="1200" dirty="0"/>
        </a:p>
      </dsp:txBody>
      <dsp:txXfrm>
        <a:off x="1112929" y="2425952"/>
        <a:ext cx="4867182" cy="966656"/>
      </dsp:txXfrm>
    </dsp:sp>
    <dsp:sp modelId="{24205FDC-D891-45AB-BDA2-2D9B4DFD421F}">
      <dsp:nvSpPr>
        <dsp:cNvPr id="0" name=""/>
        <dsp:cNvSpPr/>
      </dsp:nvSpPr>
      <dsp:spPr>
        <a:xfrm>
          <a:off x="5468758" y="778660"/>
          <a:ext cx="667423" cy="66742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5618928" y="778660"/>
        <a:ext cx="367083" cy="502236"/>
      </dsp:txXfrm>
    </dsp:sp>
    <dsp:sp modelId="{18C7FB69-9AF4-4009-A4D1-806FB7530549}">
      <dsp:nvSpPr>
        <dsp:cNvPr id="0" name=""/>
        <dsp:cNvSpPr/>
      </dsp:nvSpPr>
      <dsp:spPr>
        <a:xfrm>
          <a:off x="6010186" y="1969754"/>
          <a:ext cx="667423" cy="66742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6160356" y="1969754"/>
        <a:ext cx="367083" cy="5022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D05A4C-65C4-435A-BF45-D30DCBE12D07}">
      <dsp:nvSpPr>
        <dsp:cNvPr id="0" name=""/>
        <dsp:cNvSpPr/>
      </dsp:nvSpPr>
      <dsp:spPr>
        <a:xfrm>
          <a:off x="446018" y="496341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929010-5611-436D-9C10-0640AE5B2199}">
      <dsp:nvSpPr>
        <dsp:cNvPr id="0" name=""/>
        <dsp:cNvSpPr/>
      </dsp:nvSpPr>
      <dsp:spPr>
        <a:xfrm>
          <a:off x="723893" y="774216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DC1617-FF08-42F1-9497-3862CA02236A}">
      <dsp:nvSpPr>
        <dsp:cNvPr id="0" name=""/>
        <dsp:cNvSpPr/>
      </dsp:nvSpPr>
      <dsp:spPr>
        <a:xfrm>
          <a:off x="29205" y="22063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/>
            <a:t>- Track moods in the morning and evening.</a:t>
          </a:r>
          <a:endParaRPr lang="en-US" sz="1600" kern="1200"/>
        </a:p>
      </dsp:txBody>
      <dsp:txXfrm>
        <a:off x="29205" y="2206341"/>
        <a:ext cx="2137500" cy="720000"/>
      </dsp:txXfrm>
    </dsp:sp>
    <dsp:sp modelId="{81A09F5E-0FFE-4DA9-96A7-DACD9A7D0BD0}">
      <dsp:nvSpPr>
        <dsp:cNvPr id="0" name=""/>
        <dsp:cNvSpPr/>
      </dsp:nvSpPr>
      <dsp:spPr>
        <a:xfrm>
          <a:off x="2957581" y="496341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48E58C-088C-466B-9208-FEE118EAE678}">
      <dsp:nvSpPr>
        <dsp:cNvPr id="0" name=""/>
        <dsp:cNvSpPr/>
      </dsp:nvSpPr>
      <dsp:spPr>
        <a:xfrm>
          <a:off x="3235456" y="774216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E6E09-9522-4EE9-9C7F-246D8D654E0C}">
      <dsp:nvSpPr>
        <dsp:cNvPr id="0" name=""/>
        <dsp:cNvSpPr/>
      </dsp:nvSpPr>
      <dsp:spPr>
        <a:xfrm>
          <a:off x="2540768" y="22063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/>
            <a:t>- Get motivational quotes based on mood.</a:t>
          </a:r>
          <a:endParaRPr lang="en-US" sz="1600" kern="1200"/>
        </a:p>
      </dsp:txBody>
      <dsp:txXfrm>
        <a:off x="2540768" y="2206341"/>
        <a:ext cx="2137500" cy="720000"/>
      </dsp:txXfrm>
    </dsp:sp>
    <dsp:sp modelId="{68456CFC-1CBD-4C4B-8D0F-DF9A3005719E}">
      <dsp:nvSpPr>
        <dsp:cNvPr id="0" name=""/>
        <dsp:cNvSpPr/>
      </dsp:nvSpPr>
      <dsp:spPr>
        <a:xfrm>
          <a:off x="5469143" y="496341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3755D5-878B-48EE-98C6-DD6B5E9F9092}">
      <dsp:nvSpPr>
        <dsp:cNvPr id="0" name=""/>
        <dsp:cNvSpPr/>
      </dsp:nvSpPr>
      <dsp:spPr>
        <a:xfrm>
          <a:off x="5747018" y="774216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10108E-15EA-4E15-A2C5-6A6668005434}">
      <dsp:nvSpPr>
        <dsp:cNvPr id="0" name=""/>
        <dsp:cNvSpPr/>
      </dsp:nvSpPr>
      <dsp:spPr>
        <a:xfrm>
          <a:off x="5052331" y="22063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/>
            <a:t>- Detect emotional patterns over time.</a:t>
          </a:r>
          <a:endParaRPr lang="en-US" sz="1600" kern="1200"/>
        </a:p>
      </dsp:txBody>
      <dsp:txXfrm>
        <a:off x="5052331" y="2206341"/>
        <a:ext cx="21375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A8EFE4-C399-4E6B-B6EC-8563C0BBD7AC}">
      <dsp:nvSpPr>
        <dsp:cNvPr id="0" name=""/>
        <dsp:cNvSpPr/>
      </dsp:nvSpPr>
      <dsp:spPr>
        <a:xfrm>
          <a:off x="0" y="2576434"/>
          <a:ext cx="7219037" cy="8456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Simplifies mood selection.</a:t>
          </a:r>
          <a:endParaRPr lang="en-US" sz="2400" kern="1200"/>
        </a:p>
      </dsp:txBody>
      <dsp:txXfrm>
        <a:off x="0" y="2576434"/>
        <a:ext cx="7219037" cy="845643"/>
      </dsp:txXfrm>
    </dsp:sp>
    <dsp:sp modelId="{6A70963B-A9BB-458A-9E24-66FCFD54CD69}">
      <dsp:nvSpPr>
        <dsp:cNvPr id="0" name=""/>
        <dsp:cNvSpPr/>
      </dsp:nvSpPr>
      <dsp:spPr>
        <a:xfrm rot="10800000">
          <a:off x="0" y="1288519"/>
          <a:ext cx="7219037" cy="1300599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Engaging and accessible for adolescents.</a:t>
          </a:r>
          <a:endParaRPr lang="en-US" sz="2400" kern="1200"/>
        </a:p>
      </dsp:txBody>
      <dsp:txXfrm rot="10800000">
        <a:off x="0" y="1288519"/>
        <a:ext cx="7219037" cy="845090"/>
      </dsp:txXfrm>
    </dsp:sp>
    <dsp:sp modelId="{BE1A2FBC-8166-4430-92E9-563777201DCC}">
      <dsp:nvSpPr>
        <dsp:cNvPr id="0" name=""/>
        <dsp:cNvSpPr/>
      </dsp:nvSpPr>
      <dsp:spPr>
        <a:xfrm rot="10800000">
          <a:off x="0" y="604"/>
          <a:ext cx="7219037" cy="1300599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Universal and relatable emotional expression.</a:t>
          </a:r>
          <a:endParaRPr lang="en-US" sz="2400" kern="1200"/>
        </a:p>
      </dsp:txBody>
      <dsp:txXfrm rot="10800000">
        <a:off x="0" y="604"/>
        <a:ext cx="7219037" cy="8450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C3AE76-FB9E-43B0-8786-51B530643875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A47DC7-791B-425B-A76C-FC495FBBF8C3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0E8A59-2691-4658-817D-C337FEC41AA8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Morning and evening mood tracking.</a:t>
          </a:r>
          <a:endParaRPr lang="en-US" sz="2200" kern="1200"/>
        </a:p>
      </dsp:txBody>
      <dsp:txXfrm>
        <a:off x="1274714" y="2177"/>
        <a:ext cx="3518741" cy="1103648"/>
      </dsp:txXfrm>
    </dsp:sp>
    <dsp:sp modelId="{73E1EE54-A5A9-4BFD-AF01-6B64FE9A925E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447907-BA08-4801-8C21-39C6A91A06E2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1FB80C-0072-4B55-9E3A-10C7D9A5DD67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Personalized motivational quotes.</a:t>
          </a:r>
          <a:endParaRPr lang="en-US" sz="2200" kern="1200"/>
        </a:p>
      </dsp:txBody>
      <dsp:txXfrm>
        <a:off x="1274714" y="1381738"/>
        <a:ext cx="3518741" cy="1103648"/>
      </dsp:txXfrm>
    </dsp:sp>
    <dsp:sp modelId="{40D3FB1F-87DC-4063-A55E-2014C18CE0BD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9633F9-AD87-467C-9D9A-F68D55875879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2B3285-2D00-4E2D-BAF9-04F23CB34817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Google Calendar integration.</a:t>
          </a:r>
          <a:endParaRPr lang="en-US" sz="2200" kern="1200"/>
        </a:p>
      </dsp:txBody>
      <dsp:txXfrm>
        <a:off x="1274714" y="2761299"/>
        <a:ext cx="3518741" cy="1103648"/>
      </dsp:txXfrm>
    </dsp:sp>
    <dsp:sp modelId="{BE6F7201-4FA5-49BD-8A34-8D6C74103436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357C84-F26F-44B9-B105-D343510F332A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46BA78-EE81-410C-B93B-F6373EF8F797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Clean and simple UI.</a:t>
          </a:r>
          <a:endParaRPr lang="en-US" sz="2200" kern="1200"/>
        </a:p>
      </dsp:txBody>
      <dsp:txXfrm>
        <a:off x="1274714" y="4140860"/>
        <a:ext cx="3518741" cy="11036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0AA6B6-C167-449E-99E1-6EBE4C55A075}">
      <dsp:nvSpPr>
        <dsp:cNvPr id="0" name=""/>
        <dsp:cNvSpPr/>
      </dsp:nvSpPr>
      <dsp:spPr>
        <a:xfrm>
          <a:off x="615352" y="721630"/>
          <a:ext cx="962410" cy="9624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DF4D1A-3483-4A76-91F9-AE4683482AF0}">
      <dsp:nvSpPr>
        <dsp:cNvPr id="0" name=""/>
        <dsp:cNvSpPr/>
      </dsp:nvSpPr>
      <dsp:spPr>
        <a:xfrm>
          <a:off x="27213" y="1981052"/>
          <a:ext cx="21386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Add journaling and therapy tools.</a:t>
          </a:r>
          <a:endParaRPr lang="en-US" sz="1800" kern="1200" dirty="0"/>
        </a:p>
      </dsp:txBody>
      <dsp:txXfrm>
        <a:off x="27213" y="1981052"/>
        <a:ext cx="2138689" cy="720000"/>
      </dsp:txXfrm>
    </dsp:sp>
    <dsp:sp modelId="{98DD358E-EDE1-429D-AE18-8051F12AB8B5}">
      <dsp:nvSpPr>
        <dsp:cNvPr id="0" name=""/>
        <dsp:cNvSpPr/>
      </dsp:nvSpPr>
      <dsp:spPr>
        <a:xfrm>
          <a:off x="3128313" y="721630"/>
          <a:ext cx="962410" cy="9624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766C19-3E59-494F-9990-8A82818405DD}">
      <dsp:nvSpPr>
        <dsp:cNvPr id="0" name=""/>
        <dsp:cNvSpPr/>
      </dsp:nvSpPr>
      <dsp:spPr>
        <a:xfrm>
          <a:off x="2540173" y="1981052"/>
          <a:ext cx="21386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 Visual mood trends with graphs.</a:t>
          </a:r>
          <a:endParaRPr lang="en-US" sz="1800" kern="1200" dirty="0"/>
        </a:p>
      </dsp:txBody>
      <dsp:txXfrm>
        <a:off x="2540173" y="1981052"/>
        <a:ext cx="2138689" cy="720000"/>
      </dsp:txXfrm>
    </dsp:sp>
    <dsp:sp modelId="{7F18BD39-264A-4118-BF80-740C9BA37E3A}">
      <dsp:nvSpPr>
        <dsp:cNvPr id="0" name=""/>
        <dsp:cNvSpPr/>
      </dsp:nvSpPr>
      <dsp:spPr>
        <a:xfrm>
          <a:off x="5641273" y="721630"/>
          <a:ext cx="962410" cy="9624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E17B3-104C-460F-8F66-683C239CD3AB}">
      <dsp:nvSpPr>
        <dsp:cNvPr id="0" name=""/>
        <dsp:cNvSpPr/>
      </dsp:nvSpPr>
      <dsp:spPr>
        <a:xfrm>
          <a:off x="5053134" y="1981052"/>
          <a:ext cx="21386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Community space for shared support.</a:t>
          </a:r>
          <a:endParaRPr lang="en-US" sz="1800" kern="1200" dirty="0"/>
        </a:p>
      </dsp:txBody>
      <dsp:txXfrm>
        <a:off x="5053134" y="1981052"/>
        <a:ext cx="2138689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E998E-6559-45F4-BF13-11CF0932964B}">
      <dsp:nvSpPr>
        <dsp:cNvPr id="0" name=""/>
        <dsp:cNvSpPr/>
      </dsp:nvSpPr>
      <dsp:spPr>
        <a:xfrm>
          <a:off x="0" y="601"/>
          <a:ext cx="4587596" cy="14078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93085B-F906-4694-97CF-7DE4A797F2A6}">
      <dsp:nvSpPr>
        <dsp:cNvPr id="0" name=""/>
        <dsp:cNvSpPr/>
      </dsp:nvSpPr>
      <dsp:spPr>
        <a:xfrm>
          <a:off x="425878" y="317371"/>
          <a:ext cx="774325" cy="7743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1D7BD3-D39B-4D35-883C-4A5FEC7C951B}">
      <dsp:nvSpPr>
        <dsp:cNvPr id="0" name=""/>
        <dsp:cNvSpPr/>
      </dsp:nvSpPr>
      <dsp:spPr>
        <a:xfrm>
          <a:off x="1626083" y="601"/>
          <a:ext cx="2961512" cy="1407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99" tIns="148999" rIns="148999" bIns="14899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“This app could save someone’s day – or even their life.”</a:t>
          </a:r>
          <a:endParaRPr lang="en-US" sz="2000" kern="1200"/>
        </a:p>
      </dsp:txBody>
      <dsp:txXfrm>
        <a:off x="1626083" y="601"/>
        <a:ext cx="2961512" cy="1407864"/>
      </dsp:txXfrm>
    </dsp:sp>
    <dsp:sp modelId="{E5D4C695-DE6D-47FB-8343-ADA2DB4604BC}">
      <dsp:nvSpPr>
        <dsp:cNvPr id="0" name=""/>
        <dsp:cNvSpPr/>
      </dsp:nvSpPr>
      <dsp:spPr>
        <a:xfrm>
          <a:off x="0" y="1760431"/>
          <a:ext cx="4587596" cy="14078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58AE1-1254-43EE-B794-4A23E8F15A75}">
      <dsp:nvSpPr>
        <dsp:cNvPr id="0" name=""/>
        <dsp:cNvSpPr/>
      </dsp:nvSpPr>
      <dsp:spPr>
        <a:xfrm>
          <a:off x="425878" y="2077201"/>
          <a:ext cx="774325" cy="7743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1D298-4069-48A3-83AD-917B01BFA066}">
      <dsp:nvSpPr>
        <dsp:cNvPr id="0" name=""/>
        <dsp:cNvSpPr/>
      </dsp:nvSpPr>
      <dsp:spPr>
        <a:xfrm>
          <a:off x="1626083" y="1760431"/>
          <a:ext cx="2961512" cy="1407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99" tIns="148999" rIns="148999" bIns="14899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Turning personal pain into a tool for healing.</a:t>
          </a:r>
          <a:endParaRPr lang="en-US" sz="2000" kern="1200"/>
        </a:p>
      </dsp:txBody>
      <dsp:txXfrm>
        <a:off x="1626083" y="1760431"/>
        <a:ext cx="2961512" cy="1407864"/>
      </dsp:txXfrm>
    </dsp:sp>
    <dsp:sp modelId="{923BD609-1877-4C0A-B2DB-5ECEF337EF14}">
      <dsp:nvSpPr>
        <dsp:cNvPr id="0" name=""/>
        <dsp:cNvSpPr/>
      </dsp:nvSpPr>
      <dsp:spPr>
        <a:xfrm>
          <a:off x="0" y="3520262"/>
          <a:ext cx="4587596" cy="14078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08BAEA-6B3E-4EAC-AD81-F208701A8471}">
      <dsp:nvSpPr>
        <dsp:cNvPr id="0" name=""/>
        <dsp:cNvSpPr/>
      </dsp:nvSpPr>
      <dsp:spPr>
        <a:xfrm>
          <a:off x="425878" y="3837031"/>
          <a:ext cx="774325" cy="7743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04E3B0-D6CD-4DBD-8E12-357D6A45A0C6}">
      <dsp:nvSpPr>
        <dsp:cNvPr id="0" name=""/>
        <dsp:cNvSpPr/>
      </dsp:nvSpPr>
      <dsp:spPr>
        <a:xfrm>
          <a:off x="1626083" y="3520262"/>
          <a:ext cx="2961512" cy="1407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99" tIns="148999" rIns="148999" bIns="14899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Encouraging daily emotional awareness.</a:t>
          </a:r>
          <a:endParaRPr lang="en-US" sz="2000" kern="1200"/>
        </a:p>
      </dsp:txBody>
      <dsp:txXfrm>
        <a:off x="1626083" y="3520262"/>
        <a:ext cx="2961512" cy="14078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725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237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31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87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10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500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07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41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07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9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89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26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883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33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212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95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7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01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thanks-thank-you-message-grateful-1314887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8815" y="1370143"/>
            <a:ext cx="4793452" cy="4157446"/>
          </a:xfrm>
        </p:spPr>
        <p:txBody>
          <a:bodyPr anchor="ctr">
            <a:normAutofit/>
          </a:bodyPr>
          <a:lstStyle/>
          <a:p>
            <a:r>
              <a:rPr lang="en-US" sz="5700" dirty="0" err="1">
                <a:solidFill>
                  <a:schemeClr val="tx1"/>
                </a:solidFill>
              </a:rPr>
              <a:t>Quotiva</a:t>
            </a:r>
            <a:br>
              <a:rPr lang="en-US" sz="5700" dirty="0">
                <a:solidFill>
                  <a:schemeClr val="tx1"/>
                </a:solidFill>
              </a:rPr>
            </a:br>
            <a:endParaRPr lang="en-US" sz="57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1395" y="1370143"/>
            <a:ext cx="2184819" cy="4157446"/>
          </a:xfrm>
        </p:spPr>
        <p:txBody>
          <a:bodyPr anchor="ctr">
            <a:normAutofit/>
          </a:bodyPr>
          <a:lstStyle/>
          <a:p>
            <a:pPr algn="r"/>
            <a:r>
              <a:rPr lang="en-US" sz="1700"/>
              <a:t>Presented by Cindy Williams Urena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ytmp3free.cc_stockwaves-peaceful-corporate-no-copyright-background-music-youtubemp3free.org">
            <a:hlinkClick r:id="" action="ppaction://media"/>
            <a:extLst>
              <a:ext uri="{FF2B5EF4-FFF2-40B4-BE49-F238E27FC236}">
                <a16:creationId xmlns:a16="http://schemas.microsoft.com/office/drawing/2014/main" id="{63030256-3350-6E42-1269-11820C05E9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890933" y="5977467"/>
            <a:ext cx="149755" cy="14975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57A65E-37E5-1423-9E69-A76A0CBFC6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1315353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Personal Inspiration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F35642-E58B-0925-9E22-ADE3A14529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3537742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Introducing </a:t>
            </a:r>
            <a:r>
              <a:rPr lang="en-US" dirty="0" err="1">
                <a:solidFill>
                  <a:srgbClr val="FFFFFF"/>
                </a:solidFill>
              </a:rPr>
              <a:t>Quotiva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CD49C6-E5A9-CEE3-371B-97AB79724E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4797202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Why Emojis </a:t>
            </a:r>
            <a:r>
              <a:rPr lang="en-US">
                <a:solidFill>
                  <a:srgbClr val="FFFFFF"/>
                </a:solidFill>
                <a:sym typeface="Wingdings" panose="05000000000000000000" pitchFamily="2" charset="2"/>
              </a:rPr>
              <a:t>?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04A627B-140B-401A-4CE2-2BB4593050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2918980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App Features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BB833B18-F1F3-A38F-7438-E4C7F5D165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8243394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AFA25-655F-0A16-74E0-67AA7BF12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Folder Models, File Moods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5CDA97-9B99-ED9F-9D06-AACF28A22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1938361"/>
            <a:ext cx="7818458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import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Foundation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enum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900A0"/>
                </a:solidFill>
                <a:effectLst/>
                <a:latin typeface="Menlo"/>
              </a:rPr>
              <a:t>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B4F79"/>
                </a:solidFill>
                <a:effectLst/>
                <a:latin typeface="Menlo"/>
              </a:rPr>
              <a:t>Mood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900A0"/>
                </a:solidFill>
                <a:effectLst/>
                <a:latin typeface="Menlo"/>
              </a:rPr>
              <a:t>: String,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3900A0"/>
                </a:solidFill>
                <a:effectLst/>
                <a:latin typeface="Menlo"/>
              </a:rPr>
              <a:t>CaseIterable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900A0"/>
                </a:solidFill>
                <a:effectLst/>
                <a:latin typeface="Menlo"/>
              </a:rPr>
              <a:t>,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3900A0"/>
                </a:solidFill>
                <a:effectLst/>
                <a:latin typeface="Menlo"/>
              </a:rPr>
              <a:t>Hashable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900A0"/>
                </a:solidFill>
                <a:effectLst/>
                <a:latin typeface="Menlo"/>
              </a:rPr>
              <a:t> {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  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case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68A0"/>
                </a:solidFill>
                <a:effectLst/>
                <a:latin typeface="Menlo"/>
              </a:rPr>
              <a:t>happy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=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Menlo"/>
              </a:rPr>
              <a:t>"     </a:t>
            </a:r>
            <a:r>
              <a:rPr lang="en-US" sz="1200" b="0" i="0" dirty="0">
                <a:solidFill>
                  <a:srgbClr val="71777D"/>
                </a:solidFill>
                <a:effectLst/>
                <a:latin typeface="Roboto" panose="02000000000000000000" pitchFamily="2" charset="0"/>
              </a:rPr>
              <a:t>😃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Menlo"/>
              </a:rPr>
              <a:t>   "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  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case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68A0"/>
                </a:solidFill>
                <a:effectLst/>
                <a:latin typeface="Menlo"/>
              </a:rPr>
              <a:t>content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=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Menlo"/>
              </a:rPr>
              <a:t>"    </a:t>
            </a:r>
            <a:r>
              <a:rPr lang="en-US" sz="1200" b="0" i="0" dirty="0">
                <a:solidFill>
                  <a:srgbClr val="444444"/>
                </a:solidFill>
                <a:effectLst/>
                <a:latin typeface="Roboto" panose="02000000000000000000" pitchFamily="2" charset="0"/>
              </a:rPr>
              <a:t>😌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Menlo"/>
              </a:rPr>
              <a:t>   "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  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case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68A0"/>
                </a:solidFill>
                <a:effectLst/>
                <a:latin typeface="Menlo"/>
              </a:rPr>
              <a:t>neutral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=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Menlo"/>
              </a:rPr>
              <a:t>"    </a:t>
            </a:r>
            <a:r>
              <a:rPr lang="en-US" sz="1200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Menlo"/>
              </a:rPr>
              <a:t>    "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  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case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68A0"/>
                </a:solidFill>
                <a:effectLst/>
                <a:latin typeface="Menlo"/>
              </a:rPr>
              <a:t>confused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=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Menlo"/>
              </a:rPr>
              <a:t>"   😕    "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  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case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68A0"/>
                </a:solidFill>
                <a:effectLst/>
                <a:latin typeface="Menlo"/>
              </a:rPr>
              <a:t>sad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=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Menlo"/>
              </a:rPr>
              <a:t>"   </a:t>
            </a:r>
            <a:r>
              <a:rPr lang="en-US" sz="1200" b="0" i="0" dirty="0">
                <a:effectLst/>
                <a:latin typeface="Roboto" panose="02000000000000000000" pitchFamily="2" charset="0"/>
              </a:rPr>
              <a:t>😞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Menlo"/>
              </a:rPr>
              <a:t>     "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  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var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68A0"/>
                </a:solidFill>
                <a:effectLst/>
                <a:latin typeface="Menlo"/>
              </a:rPr>
              <a:t>quote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: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900A0"/>
                </a:solidFill>
                <a:effectLst/>
                <a:latin typeface="Menlo"/>
              </a:rPr>
              <a:t>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{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      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switch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self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{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      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case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Menlo"/>
              </a:rPr>
              <a:t>happy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Menlo"/>
              </a:rPr>
              <a:t>           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return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Menlo"/>
              </a:rPr>
              <a:t> "Keep smiling, life is beautiful!"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      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case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Menlo"/>
              </a:rPr>
              <a:t>content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Menlo"/>
              </a:rPr>
              <a:t>           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return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Menlo"/>
              </a:rPr>
              <a:t> "A calm mind brings inner strength."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      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case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Menlo"/>
              </a:rPr>
              <a:t>neutral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Menlo"/>
              </a:rPr>
              <a:t>           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return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Menlo"/>
              </a:rPr>
              <a:t> "Every day is a fresh start."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      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case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Menlo"/>
              </a:rPr>
              <a:t>confused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Menlo"/>
              </a:rPr>
              <a:t>           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return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Menlo"/>
              </a:rPr>
              <a:t> "Clarity comes with patience."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      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case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26D74"/>
                </a:solidFill>
                <a:effectLst/>
                <a:latin typeface="Menlo"/>
              </a:rPr>
              <a:t>sad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Menlo"/>
              </a:rPr>
              <a:t>           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9B2393"/>
                </a:solidFill>
                <a:effectLst/>
                <a:latin typeface="Menlo"/>
              </a:rPr>
              <a:t>return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Menlo"/>
              </a:rPr>
              <a:t> "It’s okay to feel down, tomorrow is a new chance."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       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    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😄">
            <a:extLst>
              <a:ext uri="{FF2B5EF4-FFF2-40B4-BE49-F238E27FC236}">
                <a16:creationId xmlns:a16="http://schemas.microsoft.com/office/drawing/2014/main" id="{2DA60294-C242-D934-225C-F23DA7BA1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288" y="-3695700"/>
            <a:ext cx="685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🙂">
            <a:extLst>
              <a:ext uri="{FF2B5EF4-FFF2-40B4-BE49-F238E27FC236}">
                <a16:creationId xmlns:a16="http://schemas.microsoft.com/office/drawing/2014/main" id="{0C8AAD8B-CDFC-6031-FF6F-E2591C70A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100" y="-3040063"/>
            <a:ext cx="685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😐">
            <a:extLst>
              <a:ext uri="{FF2B5EF4-FFF2-40B4-BE49-F238E27FC236}">
                <a16:creationId xmlns:a16="http://schemas.microsoft.com/office/drawing/2014/main" id="{782BF2A6-E39D-6E59-2FBC-6843F3A97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-2384425"/>
            <a:ext cx="685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😕">
            <a:extLst>
              <a:ext uri="{FF2B5EF4-FFF2-40B4-BE49-F238E27FC236}">
                <a16:creationId xmlns:a16="http://schemas.microsoft.com/office/drawing/2014/main" id="{1B911643-3937-18E8-35F9-47E72D4EA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-1730375"/>
            <a:ext cx="685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😢">
            <a:extLst>
              <a:ext uri="{FF2B5EF4-FFF2-40B4-BE49-F238E27FC236}">
                <a16:creationId xmlns:a16="http://schemas.microsoft.com/office/drawing/2014/main" id="{BFBCFC3B-FA94-607D-407D-CCB5100A5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-1074738"/>
            <a:ext cx="685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551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Future Vision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291491-2407-A302-9686-D7248E7F38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6189745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000C36E-AAFD-4188-BB55-FAE4A8272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91000"/>
                  <a:satMod val="164000"/>
                  <a:lumMod val="74000"/>
                </a:schemeClr>
                <a:schemeClr val="dk2">
                  <a:hueMod val="124000"/>
                  <a:satMod val="140000"/>
                  <a:lumMod val="14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CB6D4A-4ADE-4BAF-BB67-7E9E8AB2C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flipH="1">
            <a:off x="257282" y="402165"/>
            <a:ext cx="5053994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065753A-F15B-43F6-B811-03D543426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96398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219AED55-7F29-4A42-9B4E-43EA0551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4353991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3394EDF3-F539-40F8-9354-FE0288582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2627342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5236E71-242B-4CE7-96BC-B66F91F9D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364136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83A5930-ABB0-4C7A-8E96-AB945DFB0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flipH="1"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3429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Closing Message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E51D9F-DA72-49DE-9183-76B062B38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CFCCF63F-9AE3-05A3-DBC2-7DCAA367DD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5177423"/>
              </p:ext>
            </p:extLst>
          </p:nvPr>
        </p:nvGraphicFramePr>
        <p:xfrm>
          <a:off x="723680" y="973667"/>
          <a:ext cx="4587596" cy="4928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FF9C32-F31E-D522-05DE-CBBA41E75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41" y="1241266"/>
            <a:ext cx="2370762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7499" y="396837"/>
            <a:ext cx="5929998" cy="6058999"/>
            <a:chOff x="423332" y="396837"/>
            <a:chExt cx="7906665" cy="605899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" name="Content Placeholder 4" descr="A close-up of colorful text&#10;&#10;AI-generated content may be incorrect.">
            <a:extLst>
              <a:ext uri="{FF2B5EF4-FFF2-40B4-BE49-F238E27FC236}">
                <a16:creationId xmlns:a16="http://schemas.microsoft.com/office/drawing/2014/main" id="{95B897D7-EDEF-F0D9-ED31-67A8E1FAE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32322" y="1816192"/>
            <a:ext cx="4832385" cy="322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547748"/>
      </p:ext>
    </p:extLst>
  </p:cSld>
  <p:clrMapOvr>
    <a:masterClrMapping/>
  </p:clrMapOvr>
  <p:transition spd="med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566</TotalTime>
  <Words>336</Words>
  <Application>Microsoft Office PowerPoint</Application>
  <PresentationFormat>On-screen Show (4:3)</PresentationFormat>
  <Paragraphs>61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Century Gothic</vt:lpstr>
      <vt:lpstr>Menlo</vt:lpstr>
      <vt:lpstr>Roboto</vt:lpstr>
      <vt:lpstr>Wingdings</vt:lpstr>
      <vt:lpstr>Wingdings 3</vt:lpstr>
      <vt:lpstr>Ion Boardroom</vt:lpstr>
      <vt:lpstr>Quotiva </vt:lpstr>
      <vt:lpstr>The Problem</vt:lpstr>
      <vt:lpstr>Personal Inspiration</vt:lpstr>
      <vt:lpstr>Introducing Quotiva</vt:lpstr>
      <vt:lpstr>Why Emojis ?</vt:lpstr>
      <vt:lpstr>App Features</vt:lpstr>
      <vt:lpstr>Code Folder Models, File Moods </vt:lpstr>
      <vt:lpstr>Future Vision</vt:lpstr>
      <vt:lpstr>Closing Message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cindymwu29@gmail.com</cp:lastModifiedBy>
  <cp:revision>6</cp:revision>
  <dcterms:created xsi:type="dcterms:W3CDTF">2013-01-27T09:14:16Z</dcterms:created>
  <dcterms:modified xsi:type="dcterms:W3CDTF">2025-05-28T02:21:51Z</dcterms:modified>
  <cp:category/>
</cp:coreProperties>
</file>